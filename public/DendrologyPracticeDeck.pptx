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9" r:id="rId28"/>
    <p:sldId id="282" r:id="rId29"/>
    <p:sldId id="283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7B1EC-B7E5-45C6-8DD2-2870BB745CD3}" v="1" dt="2023-09-25T22:31:45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Arbour" userId="ee013013-4ee2-401e-b12d-4bb12a47d98d" providerId="ADAL" clId="{90B7B1EC-B7E5-45C6-8DD2-2870BB745CD3}"/>
    <pc:docChg chg="modSld">
      <pc:chgData name="Peter Arbour" userId="ee013013-4ee2-401e-b12d-4bb12a47d98d" providerId="ADAL" clId="{90B7B1EC-B7E5-45C6-8DD2-2870BB745CD3}" dt="2023-09-27T21:41:58.865" v="29" actId="20577"/>
      <pc:docMkLst>
        <pc:docMk/>
      </pc:docMkLst>
      <pc:sldChg chg="modSp mod">
        <pc:chgData name="Peter Arbour" userId="ee013013-4ee2-401e-b12d-4bb12a47d98d" providerId="ADAL" clId="{90B7B1EC-B7E5-45C6-8DD2-2870BB745CD3}" dt="2023-09-27T21:41:42.121" v="10" actId="20577"/>
        <pc:sldMkLst>
          <pc:docMk/>
          <pc:sldMk cId="4088312202" sldId="261"/>
        </pc:sldMkLst>
        <pc:spChg chg="mod">
          <ac:chgData name="Peter Arbour" userId="ee013013-4ee2-401e-b12d-4bb12a47d98d" providerId="ADAL" clId="{90B7B1EC-B7E5-45C6-8DD2-2870BB745CD3}" dt="2023-09-27T21:41:42.121" v="10" actId="20577"/>
          <ac:spMkLst>
            <pc:docMk/>
            <pc:sldMk cId="4088312202" sldId="261"/>
            <ac:spMk id="3" creationId="{38F7B9F8-B8D2-38EB-9574-75096C694F28}"/>
          </ac:spMkLst>
        </pc:spChg>
      </pc:sldChg>
      <pc:sldChg chg="modSp mod">
        <pc:chgData name="Peter Arbour" userId="ee013013-4ee2-401e-b12d-4bb12a47d98d" providerId="ADAL" clId="{90B7B1EC-B7E5-45C6-8DD2-2870BB745CD3}" dt="2023-09-27T21:41:58.865" v="29" actId="20577"/>
        <pc:sldMkLst>
          <pc:docMk/>
          <pc:sldMk cId="3674499784" sldId="266"/>
        </pc:sldMkLst>
        <pc:spChg chg="mod">
          <ac:chgData name="Peter Arbour" userId="ee013013-4ee2-401e-b12d-4bb12a47d98d" providerId="ADAL" clId="{90B7B1EC-B7E5-45C6-8DD2-2870BB745CD3}" dt="2023-09-27T21:41:58.865" v="29" actId="20577"/>
          <ac:spMkLst>
            <pc:docMk/>
            <pc:sldMk cId="3674499784" sldId="266"/>
            <ac:spMk id="3" creationId="{38F7B9F8-B8D2-38EB-9574-75096C694F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9A99-393A-8B58-DAA6-C91E5B3C3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DD2BF-4D90-E227-8BEF-FBC36ACC3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F996-4BB3-D63A-7B66-86805363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B3E6C-F3A0-AB9D-5821-93B53BBA0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9B559-26AE-7A4F-DB46-0A1F7235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07B3-9BF8-3F5D-7B31-553550B5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FB1D-398C-DABB-34AA-1358B958E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E87D5-F891-D2D4-33F3-D5DBA6B5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EC110-47BE-869D-DBBA-BF22E572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1AA6C-B571-606A-0FD6-5C592FFE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5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C44B-D4CD-A4B2-B7AA-B5EB51F83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21BBF-EBED-926B-EC40-3E0178567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7E70A-A25B-9DA8-692E-DE0A0010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AF9CC-0E61-749B-A68B-5741F503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FEAEE-99DD-021B-6245-3CDD76BB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6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1FFE-8E53-BA74-A733-484C9A6B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102B0-150C-38D1-A58A-A0D11858E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35D21-2620-3572-7A8F-FB99919CE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4A864-C27E-C923-C336-8463A08E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5A123-F700-2829-CF5B-10DA18242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C8B33-B885-BB62-D298-F9AED1D1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7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7675F-909F-E9C7-9C15-4CF6805F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B3CDD-D3F7-A1C4-10BC-AE05CEF9B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9E09E-9138-D0A6-43F2-D9FBA7CFB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BB0D55-BE9D-964A-F388-5290D9742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2C207-AE4C-7454-A079-0D94DC105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CD48E1-5319-9431-1819-B36E18E53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A4870-0D68-93DE-690A-BDB485A3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18E2D9-1AFA-73B6-73FF-43EB5976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5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0C825-79DA-F9B1-982F-50E39907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BCAB4-2B90-84CA-F630-92FB0D934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1DEF6-CFE2-122C-02AE-443D55FC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11341-1ADA-42FB-8D0A-54156CC3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8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AC8517-BF0F-6AEA-A850-8036D922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63122E-4F14-13D4-515D-F9BCE5CA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8A7EE-65C1-E529-9337-5F60E23F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7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D40E9-E812-E5DC-1801-6564EC90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1080-0946-2A22-4F68-886009D53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DFE3E-D6CF-5C15-22F0-4881302CB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2D385-1734-3D61-0081-231CD5EB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83BE6-9DCF-8D32-BBD6-F173A0BC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8638B-454B-3FAD-A5A7-792669AC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42D8-533F-178D-40B1-D337A9ABB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10C2AA-0D62-FA41-064D-0E1E95166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87413-75ED-86C2-22FE-EEDE87CAA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8EC4E-6AAF-FF55-590E-723B70F2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ACF62-C332-8FB3-E509-295BE4ED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97FC5-E0F5-A579-3898-57567871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77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38FE-E3A7-9894-1364-BD4E2E26F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E63F6-661C-E31D-5BE7-1FCBCFC1C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6648C-CA95-1903-CD03-E625A167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25BA5-6DC5-9F21-D071-3782F153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E5EF6-7DBD-3A59-BBCF-A75193DC8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2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5E286-6E74-E168-942D-BD191A559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0D9C9-8EA0-3DA2-66CE-D0E0FA063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D51D6-1EE3-04B5-1E40-3EC51668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62D2C-E23C-0106-2345-BEBE4393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D6012-F1FD-22ED-7658-3F5238B0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0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E5307F-A218-0C29-5AB4-B33C16CD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1EB6A-C3E8-1A29-B9A0-0273B60C2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8B217-75CA-9345-4B0B-9FC52313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CEFDC-A188-404D-9BA9-0E1582B7DB59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4381-24B6-9B9E-297B-B5281B0AF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A4532-46BC-E271-ABE3-09BC44516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548D2-9DD4-4925-AC60-7B4D5896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1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D2EF-7A1E-660D-E236-B1EC84685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Dendrology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DE832-6876-F1AA-B540-2DD0C2D90A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Broadleaved Flip Deck for Practice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83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 Maple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Red maple leaf poisoning of horses | ontario.ca">
            <a:extLst>
              <a:ext uri="{FF2B5EF4-FFF2-40B4-BE49-F238E27FC236}">
                <a16:creationId xmlns:a16="http://schemas.microsoft.com/office/drawing/2014/main" id="{3170F7DC-4980-9C2C-3C3C-E59BF8994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5" y="365342"/>
            <a:ext cx="3009900" cy="506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60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Sugar Maple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9922F-18D3-816E-6F5E-E22B09BFB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619125"/>
            <a:ext cx="58674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26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Silver Maple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Silver Maple - Institute of Food and Agricultural Sciences - University of  Florida, Institute of Food and Agricultural Sciences - UF/IFAS">
            <a:extLst>
              <a:ext uri="{FF2B5EF4-FFF2-40B4-BE49-F238E27FC236}">
                <a16:creationId xmlns:a16="http://schemas.microsoft.com/office/drawing/2014/main" id="{9816ABD2-3F90-ECB6-676A-9A4519C63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038474" y="1027906"/>
            <a:ext cx="6334125" cy="404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2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Striped Maple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Striped Maple - Plant It Wild! | Native Michigan Plants">
            <a:extLst>
              <a:ext uri="{FF2B5EF4-FFF2-40B4-BE49-F238E27FC236}">
                <a16:creationId xmlns:a16="http://schemas.microsoft.com/office/drawing/2014/main" id="{C25C05F2-B4C1-B3EC-4F51-E8D82A8AD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699" y="816769"/>
            <a:ext cx="6696075" cy="502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21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Mountain Maple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5DD99-41E5-77BD-E914-137C0F027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657225"/>
            <a:ext cx="685800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30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Manitoba Maple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Red maple leaf poisoning of horses | ontario.ca">
            <a:extLst>
              <a:ext uri="{FF2B5EF4-FFF2-40B4-BE49-F238E27FC236}">
                <a16:creationId xmlns:a16="http://schemas.microsoft.com/office/drawing/2014/main" id="{7A3B6B34-4BFB-84D1-DD4B-9AA45E68D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112" y="365125"/>
            <a:ext cx="4295775" cy="530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31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 Oak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Northern Red Oak | Quercus rubra">
            <a:extLst>
              <a:ext uri="{FF2B5EF4-FFF2-40B4-BE49-F238E27FC236}">
                <a16:creationId xmlns:a16="http://schemas.microsoft.com/office/drawing/2014/main" id="{D8B58013-3353-4347-E970-29DA17893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02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Bur Oak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 descr="Quercus macrocarpa (Bur Oak): Minnesota Wildflowers">
            <a:extLst>
              <a:ext uri="{FF2B5EF4-FFF2-40B4-BE49-F238E27FC236}">
                <a16:creationId xmlns:a16="http://schemas.microsoft.com/office/drawing/2014/main" id="{CF16FF2E-1CE3-42E3-34CB-07EAF9BCB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857250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860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White Oak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0" name="Picture 2" descr="White Oak | Natural Resource Stewardship">
            <a:extLst>
              <a:ext uri="{FF2B5EF4-FFF2-40B4-BE49-F238E27FC236}">
                <a16:creationId xmlns:a16="http://schemas.microsoft.com/office/drawing/2014/main" id="{E4FFA482-AD73-275E-8101-BA13B34CA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13528"/>
            <a:ext cx="5729287" cy="430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866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American Beech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605327-1F79-4430-B678-0718F3A7B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0" y="504825"/>
            <a:ext cx="51054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2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Ironwood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196" name="Picture 4" descr="Ironwood | The Morton Arboretum">
            <a:extLst>
              <a:ext uri="{FF2B5EF4-FFF2-40B4-BE49-F238E27FC236}">
                <a16:creationId xmlns:a16="http://schemas.microsoft.com/office/drawing/2014/main" id="{27E1F1E3-0908-3C3F-4EF4-FDD06F114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200" y="365125"/>
            <a:ext cx="3608810" cy="531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499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Yellow Birch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218" name="Picture 2" descr="Yellow Birch | Betula alleghaniensis">
            <a:extLst>
              <a:ext uri="{FF2B5EF4-FFF2-40B4-BE49-F238E27FC236}">
                <a16:creationId xmlns:a16="http://schemas.microsoft.com/office/drawing/2014/main" id="{5D3EECFD-6E6D-3916-4ECC-883EEF7DA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4" y="199734"/>
            <a:ext cx="6913562" cy="534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901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White Birch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266" name="Picture 2" descr="white birch">
            <a:extLst>
              <a:ext uri="{FF2B5EF4-FFF2-40B4-BE49-F238E27FC236}">
                <a16:creationId xmlns:a16="http://schemas.microsoft.com/office/drawing/2014/main" id="{2CAC80F0-5B8D-66C2-6E71-EBE218CD8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33450"/>
            <a:ext cx="762000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33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Speckled Alder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290" name="Picture 2" descr="Alnus incana (Speckled Alder): Minnesota Wildflowers">
            <a:extLst>
              <a:ext uri="{FF2B5EF4-FFF2-40B4-BE49-F238E27FC236}">
                <a16:creationId xmlns:a16="http://schemas.microsoft.com/office/drawing/2014/main" id="{1813C717-321B-2A46-D388-6C2CD5316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219075"/>
            <a:ext cx="4133850" cy="551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431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American Elm</a:t>
            </a:r>
          </a:p>
        </p:txBody>
      </p:sp>
      <p:pic>
        <p:nvPicPr>
          <p:cNvPr id="13314" name="Picture 2" descr="Ulmus americana (American Elm): Minnesota Wildflowers">
            <a:extLst>
              <a:ext uri="{FF2B5EF4-FFF2-40B4-BE49-F238E27FC236}">
                <a16:creationId xmlns:a16="http://schemas.microsoft.com/office/drawing/2014/main" id="{3971D6FC-0B88-E2A4-EADA-FE5D21B3B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457200"/>
            <a:ext cx="6305550" cy="472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141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Basswood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338" name="Picture 2" descr="American Basswood or Linden - North American Insects &amp; Spiders">
            <a:extLst>
              <a:ext uri="{FF2B5EF4-FFF2-40B4-BE49-F238E27FC236}">
                <a16:creationId xmlns:a16="http://schemas.microsoft.com/office/drawing/2014/main" id="{4AB7ED47-C0BD-AC09-C88E-763B64651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5" y="365125"/>
            <a:ext cx="7194549" cy="539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993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White Ash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362" name="Picture 2" descr="Species Spotlight - White Ash (U.S. National Park Service)">
            <a:extLst>
              <a:ext uri="{FF2B5EF4-FFF2-40B4-BE49-F238E27FC236}">
                <a16:creationId xmlns:a16="http://schemas.microsoft.com/office/drawing/2014/main" id="{3DA20457-520F-C818-1390-5F08AC45E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590" y="266700"/>
            <a:ext cx="3130709" cy="50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778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Black Ash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6386" name="Picture 2" descr="Black Ash (Trees of Manitoba) · iNaturalist">
            <a:extLst>
              <a:ext uri="{FF2B5EF4-FFF2-40B4-BE49-F238E27FC236}">
                <a16:creationId xmlns:a16="http://schemas.microsoft.com/office/drawing/2014/main" id="{CFAAC552-8702-FA8C-840E-E1931B83F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50234">
            <a:off x="3467101" y="1714500"/>
            <a:ext cx="52578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98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Elderberry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410" name="Picture 2" descr="Sambucus canadensis (Common Elderberry): Minnesota Wildflowers">
            <a:extLst>
              <a:ext uri="{FF2B5EF4-FFF2-40B4-BE49-F238E27FC236}">
                <a16:creationId xmlns:a16="http://schemas.microsoft.com/office/drawing/2014/main" id="{FEF24758-DDC3-4606-1BC6-90EE32B9F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365125"/>
            <a:ext cx="635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069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Showy Mountain Ash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8434" name="Picture 2" descr="Showy Mountain Ash (Trees of Manitoba) · iNaturalist">
            <a:extLst>
              <a:ext uri="{FF2B5EF4-FFF2-40B4-BE49-F238E27FC236}">
                <a16:creationId xmlns:a16="http://schemas.microsoft.com/office/drawing/2014/main" id="{FB3FCEA1-2971-0070-F55B-7DCA1E07F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893" y="133350"/>
            <a:ext cx="3610681" cy="547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396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Butternut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9458" name="Picture 2" descr="Juglans cinerea (butternut, white walnut): Go Botany">
            <a:extLst>
              <a:ext uri="{FF2B5EF4-FFF2-40B4-BE49-F238E27FC236}">
                <a16:creationId xmlns:a16="http://schemas.microsoft.com/office/drawing/2014/main" id="{22EAD2B2-1EC5-D511-3A46-1F8FB1FF7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508" y="365125"/>
            <a:ext cx="3506417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602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Black Walnut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482" name="Picture 2" descr="The Black Walnut Tree – Beauty, Strength &amp; Toxicity. | Community Tree  Preservation">
            <a:extLst>
              <a:ext uri="{FF2B5EF4-FFF2-40B4-BE49-F238E27FC236}">
                <a16:creationId xmlns:a16="http://schemas.microsoft.com/office/drawing/2014/main" id="{24C63BC7-308C-37C7-52CA-88F0A213B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365125"/>
            <a:ext cx="3090863" cy="529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85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Largetooth</a:t>
            </a:r>
            <a:r>
              <a:rPr lang="en-US" dirty="0"/>
              <a:t> Aspen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1506" name="Picture 2" descr="Populus grandidentata (bigtooth aspen, big-toothed poplar): Go Botany">
            <a:extLst>
              <a:ext uri="{FF2B5EF4-FFF2-40B4-BE49-F238E27FC236}">
                <a16:creationId xmlns:a16="http://schemas.microsoft.com/office/drawing/2014/main" id="{E9D00931-9B99-BF41-E487-92BFE2C46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850" y="171450"/>
            <a:ext cx="7226300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176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Trembling Aspen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2530" name="Picture 2" descr="Populus tremuloides (quaking aspen, quaking poplar): Go Botany">
            <a:extLst>
              <a:ext uri="{FF2B5EF4-FFF2-40B4-BE49-F238E27FC236}">
                <a16:creationId xmlns:a16="http://schemas.microsoft.com/office/drawing/2014/main" id="{016B8F95-E677-C0BE-ADAA-A4890F433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557" y="285750"/>
            <a:ext cx="5730886" cy="490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555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Balsam Poplar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3554" name="Picture 2" descr="balsam poplar">
            <a:extLst>
              <a:ext uri="{FF2B5EF4-FFF2-40B4-BE49-F238E27FC236}">
                <a16:creationId xmlns:a16="http://schemas.microsoft.com/office/drawing/2014/main" id="{DED3E03F-D3BF-6646-64E2-CBCB3A9B4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14400"/>
            <a:ext cx="76200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644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Eastern Cottonwood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4578" name="Picture 2" descr="Cottonwood (Trees of Manitoba) · iNaturalist">
            <a:extLst>
              <a:ext uri="{FF2B5EF4-FFF2-40B4-BE49-F238E27FC236}">
                <a16:creationId xmlns:a16="http://schemas.microsoft.com/office/drawing/2014/main" id="{B06DB1FB-7763-36EA-1338-0796A58DA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384" y="197224"/>
            <a:ext cx="5567560" cy="515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272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Willow spp.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5602" name="Picture 2" descr="Salix nigra (Black Willow): Minnesota Wildflowers">
            <a:extLst>
              <a:ext uri="{FF2B5EF4-FFF2-40B4-BE49-F238E27FC236}">
                <a16:creationId xmlns:a16="http://schemas.microsoft.com/office/drawing/2014/main" id="{8B4D3A2A-4487-B5BD-2035-E5D591DEE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294" y="589429"/>
            <a:ext cx="5991412" cy="449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991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Hobblebush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6626" name="Picture 2" descr="Viburnum alnifolium (hobblebush)">
            <a:extLst>
              <a:ext uri="{FF2B5EF4-FFF2-40B4-BE49-F238E27FC236}">
                <a16:creationId xmlns:a16="http://schemas.microsoft.com/office/drawing/2014/main" id="{339BF54A-B46C-B04D-1482-55DBF5FFE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978" y="277906"/>
            <a:ext cx="549486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845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Beaked Hazel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7652" name="Picture 4" descr="Shrubs of Wisconsin: Corylus cornuta, beaked hazelnut">
            <a:extLst>
              <a:ext uri="{FF2B5EF4-FFF2-40B4-BE49-F238E27FC236}">
                <a16:creationId xmlns:a16="http://schemas.microsoft.com/office/drawing/2014/main" id="{F2120078-436C-3A08-0516-F024609F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1047750"/>
            <a:ext cx="31813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465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Black Cherry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8674" name="Picture 2" descr="Black Cherry (Prunus serotina) leaves">
            <a:extLst>
              <a:ext uri="{FF2B5EF4-FFF2-40B4-BE49-F238E27FC236}">
                <a16:creationId xmlns:a16="http://schemas.microsoft.com/office/drawing/2014/main" id="{531E894F-04F3-890A-E12C-D483D71A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845" y="1883664"/>
            <a:ext cx="5620310" cy="261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124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Choke Cherry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9698" name="Picture 2" descr="Prunus virginiana (choke cherry): Go Botany">
            <a:extLst>
              <a:ext uri="{FF2B5EF4-FFF2-40B4-BE49-F238E27FC236}">
                <a16:creationId xmlns:a16="http://schemas.microsoft.com/office/drawing/2014/main" id="{02D9438D-FC49-6454-F85C-8B9A2E268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107" y="365125"/>
            <a:ext cx="4176246" cy="536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020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1EDF-291C-5744-44D1-D2A786F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B9F8-B8D2-38EB-9574-75096C6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6373905"/>
            <a:ext cx="10515600" cy="1120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Pin Cherry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22" name="Picture 2" descr="Prunus pensylvanica - Wikipedia">
            <a:extLst>
              <a:ext uri="{FF2B5EF4-FFF2-40B4-BE49-F238E27FC236}">
                <a16:creationId xmlns:a16="http://schemas.microsoft.com/office/drawing/2014/main" id="{C52CF7C1-3383-BDC9-039A-5B0E3B402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13" y="2143125"/>
            <a:ext cx="658177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620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67</Words>
  <Application>Microsoft Office PowerPoint</Application>
  <PresentationFormat>Widescreen</PresentationFormat>
  <Paragraphs>34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Dendrology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Dendrology </dc:title>
  <dc:creator>Peter Arbour</dc:creator>
  <cp:lastModifiedBy>Peter Arbour</cp:lastModifiedBy>
  <cp:revision>1</cp:revision>
  <dcterms:created xsi:type="dcterms:W3CDTF">2023-09-25T21:22:09Z</dcterms:created>
  <dcterms:modified xsi:type="dcterms:W3CDTF">2023-09-27T21:42:19Z</dcterms:modified>
</cp:coreProperties>
</file>