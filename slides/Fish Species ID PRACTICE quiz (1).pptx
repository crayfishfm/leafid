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32"/>
  </p:notesMasterIdLst>
  <p:sldIdLst>
    <p:sldId id="283" r:id="rId2"/>
    <p:sldId id="281" r:id="rId3"/>
    <p:sldId id="268" r:id="rId4"/>
    <p:sldId id="284" r:id="rId5"/>
    <p:sldId id="280" r:id="rId6"/>
    <p:sldId id="270" r:id="rId7"/>
    <p:sldId id="282" r:id="rId8"/>
    <p:sldId id="256" r:id="rId9"/>
    <p:sldId id="263" r:id="rId10"/>
    <p:sldId id="273" r:id="rId11"/>
    <p:sldId id="274" r:id="rId12"/>
    <p:sldId id="285" r:id="rId13"/>
    <p:sldId id="278" r:id="rId14"/>
    <p:sldId id="257" r:id="rId15"/>
    <p:sldId id="286" r:id="rId16"/>
    <p:sldId id="290" r:id="rId17"/>
    <p:sldId id="272" r:id="rId18"/>
    <p:sldId id="259" r:id="rId19"/>
    <p:sldId id="261" r:id="rId20"/>
    <p:sldId id="266" r:id="rId21"/>
    <p:sldId id="288" r:id="rId22"/>
    <p:sldId id="291" r:id="rId23"/>
    <p:sldId id="279" r:id="rId24"/>
    <p:sldId id="267" r:id="rId25"/>
    <p:sldId id="271" r:id="rId26"/>
    <p:sldId id="264" r:id="rId27"/>
    <p:sldId id="269" r:id="rId28"/>
    <p:sldId id="265" r:id="rId29"/>
    <p:sldId id="258" r:id="rId30"/>
    <p:sldId id="277" r:id="rId31"/>
  </p:sldIdLst>
  <p:sldSz cx="9144000" cy="6858000" type="screen4x3"/>
  <p:notesSz cx="6985000" cy="9271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4" autoAdjust="0"/>
    <p:restoredTop sz="95033" autoAdjust="0"/>
  </p:normalViewPr>
  <p:slideViewPr>
    <p:cSldViewPr>
      <p:cViewPr varScale="1">
        <p:scale>
          <a:sx n="82" d="100"/>
          <a:sy n="82" d="100"/>
        </p:scale>
        <p:origin x="14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dja Morin" userId="c928eb8f-5a6d-4ef1-86bc-616c411a5d7a" providerId="ADAL" clId="{381E5BB2-3218-430C-90D7-B09EABE77ED0}"/>
    <pc:docChg chg="modSld sldOrd">
      <pc:chgData name="Nadja Morin" userId="c928eb8f-5a6d-4ef1-86bc-616c411a5d7a" providerId="ADAL" clId="{381E5BB2-3218-430C-90D7-B09EABE77ED0}" dt="2025-09-09T19:21:36.482" v="10"/>
      <pc:docMkLst>
        <pc:docMk/>
      </pc:docMkLst>
      <pc:sldChg chg="ord">
        <pc:chgData name="Nadja Morin" userId="c928eb8f-5a6d-4ef1-86bc-616c411a5d7a" providerId="ADAL" clId="{381E5BB2-3218-430C-90D7-B09EABE77ED0}" dt="2025-09-09T19:21:36.482" v="10"/>
        <pc:sldMkLst>
          <pc:docMk/>
          <pc:sldMk cId="0" sldId="263"/>
        </pc:sldMkLst>
      </pc:sldChg>
      <pc:sldChg chg="ord">
        <pc:chgData name="Nadja Morin" userId="c928eb8f-5a6d-4ef1-86bc-616c411a5d7a" providerId="ADAL" clId="{381E5BB2-3218-430C-90D7-B09EABE77ED0}" dt="2025-09-09T19:21:34.195" v="8"/>
        <pc:sldMkLst>
          <pc:docMk/>
          <pc:sldMk cId="0" sldId="268"/>
        </pc:sldMkLst>
      </pc:sldChg>
      <pc:sldChg chg="addSp modSp mod ord">
        <pc:chgData name="Nadja Morin" userId="c928eb8f-5a6d-4ef1-86bc-616c411a5d7a" providerId="ADAL" clId="{381E5BB2-3218-430C-90D7-B09EABE77ED0}" dt="2025-09-09T19:21:33.298" v="6"/>
        <pc:sldMkLst>
          <pc:docMk/>
          <pc:sldMk cId="0" sldId="283"/>
        </pc:sldMkLst>
        <pc:graphicFrameChg chg="add modGraphic">
          <ac:chgData name="Nadja Morin" userId="c928eb8f-5a6d-4ef1-86bc-616c411a5d7a" providerId="ADAL" clId="{381E5BB2-3218-430C-90D7-B09EABE77ED0}" dt="2025-09-09T19:21:31.120" v="2" actId="27309"/>
          <ac:graphicFrameMkLst>
            <pc:docMk/>
            <pc:sldMk cId="0" sldId="283"/>
            <ac:graphicFrameMk id="3" creationId="{7036E732-51D4-6D6B-0A13-4AD1D8821B54}"/>
          </ac:graphicFrameMkLst>
        </pc:graphicFrameChg>
      </pc:sldChg>
      <pc:sldChg chg="ord">
        <pc:chgData name="Nadja Morin" userId="c928eb8f-5a6d-4ef1-86bc-616c411a5d7a" providerId="ADAL" clId="{381E5BB2-3218-430C-90D7-B09EABE77ED0}" dt="2025-09-09T19:21:32.155" v="4"/>
        <pc:sldMkLst>
          <pc:docMk/>
          <pc:sldMk cId="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4750" y="695325"/>
            <a:ext cx="4635500" cy="3476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03725"/>
            <a:ext cx="5121275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074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074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85" tIns="46442" rIns="92885" bIns="46442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0307FED-C3DD-421A-98E8-475B30132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47171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Burbot</a:t>
            </a:r>
            <a:r>
              <a:rPr lang="en-US" dirty="0"/>
              <a:t> or Ling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4601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Splake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7648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Pumpkinseed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847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Black Crappie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014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 Sturgeon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517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Rainbow Trout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760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10B90EC-2E74-4ADB-8953-B1CBE8103992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White Sucker</a:t>
            </a:r>
          </a:p>
        </p:txBody>
      </p:sp>
    </p:spTree>
    <p:extLst>
      <p:ext uri="{BB962C8B-B14F-4D97-AF65-F5344CB8AC3E}">
        <p14:creationId xmlns:p14="http://schemas.microsoft.com/office/powerpoint/2010/main" val="1897238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Brook or Speckled Trout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7360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</a:t>
            </a:r>
            <a:r>
              <a:rPr lang="en-US" baseline="0" dirty="0"/>
              <a:t> Trout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250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Walleye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42714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 Whitefish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7556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American</a:t>
            </a:r>
            <a:r>
              <a:rPr lang="en-US" baseline="0" dirty="0"/>
              <a:t> Eel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5179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Sauger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9255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Brown Trout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661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 </a:t>
            </a:r>
            <a:r>
              <a:rPr lang="en-US" dirty="0" err="1"/>
              <a:t>Lampry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5202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Sculpin (native)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984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Smallmouth Bass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2300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Carp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3476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Lake Herring or Cisco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1582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Northern Pike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656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Gill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4250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Goby</a:t>
            </a:r>
            <a:r>
              <a:rPr lang="en-US" baseline="0" dirty="0"/>
              <a:t> (invasive species)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9132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 Catfish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9869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Yellow Perch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26976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Rock Bass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637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Largemouth Bass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2594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Rainbow</a:t>
            </a:r>
            <a:r>
              <a:rPr lang="en-US" baseline="0" dirty="0"/>
              <a:t> Smelt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7153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Muskellunge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4693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Brown Bullhead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76750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Longnose Gar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307FED-C3DD-421A-98E8-475B30132194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138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A7CC20-01CB-4642-A2B3-20EF395409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895969"/>
      </p:ext>
    </p:extLst>
  </p:cSld>
  <p:clrMapOvr>
    <a:masterClrMapping/>
  </p:clrMapOvr>
  <p:transition advTm="20000"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4FE26-EB02-4015-9BCE-D8A97D5F89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611775"/>
      </p:ext>
    </p:extLst>
  </p:cSld>
  <p:clrMapOvr>
    <a:masterClrMapping/>
  </p:clrMapOvr>
  <p:transition advTm="20000"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C0FC6-895B-4F31-A216-16F77CCD5A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662636"/>
      </p:ext>
    </p:extLst>
  </p:cSld>
  <p:clrMapOvr>
    <a:masterClrMapping/>
  </p:clrMapOvr>
  <p:transition advTm="20000"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1B0A2-0F0C-4C75-AE7D-41AF9AE395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498344"/>
      </p:ext>
    </p:extLst>
  </p:cSld>
  <p:clrMapOvr>
    <a:masterClrMapping/>
  </p:clrMapOvr>
  <p:transition advTm="20000"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8D6F7-7A59-40C1-A45B-5A4150A787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698292"/>
      </p:ext>
    </p:extLst>
  </p:cSld>
  <p:clrMapOvr>
    <a:masterClrMapping/>
  </p:clrMapOvr>
  <p:transition advTm="20000"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06A57-1684-4A47-BAC7-8ADC559160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804403"/>
      </p:ext>
    </p:extLst>
  </p:cSld>
  <p:clrMapOvr>
    <a:masterClrMapping/>
  </p:clrMapOvr>
  <p:transition advTm="20000"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F0B44-4A95-4744-AEC0-D393186863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036346"/>
      </p:ext>
    </p:extLst>
  </p:cSld>
  <p:clrMapOvr>
    <a:masterClrMapping/>
  </p:clrMapOvr>
  <p:transition advTm="20000"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AA097-98E1-424B-85E3-8AC2449C83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2639344"/>
      </p:ext>
    </p:extLst>
  </p:cSld>
  <p:clrMapOvr>
    <a:masterClrMapping/>
  </p:clrMapOvr>
  <p:transition advTm="20000"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CBF70-E80C-4B09-8D42-C097AF73DD0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0220690"/>
      </p:ext>
    </p:extLst>
  </p:cSld>
  <p:clrMapOvr>
    <a:masterClrMapping/>
  </p:clrMapOvr>
  <p:transition advTm="20000"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AD5C7-A0C0-4492-A006-AC6C1ED21D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970801"/>
      </p:ext>
    </p:extLst>
  </p:cSld>
  <p:clrMapOvr>
    <a:masterClrMapping/>
  </p:clrMapOvr>
  <p:transition advTm="20000"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7F3B6-2E69-4518-BA0F-053A10CD9B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59300"/>
      </p:ext>
    </p:extLst>
  </p:cSld>
  <p:clrMapOvr>
    <a:masterClrMapping/>
  </p:clrMapOvr>
  <p:transition advTm="20000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F34FAE3A-9CE4-4180-8BBE-346D1B5877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Tm="20000">
    <p:dissolv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&amp;esrc=s&amp;frm=1&amp;source=images&amp;cd=&amp;cad=rja&amp;docid=JofYBjUPVsKcTM&amp;tbnid=hx-tWUsW49CDgM:&amp;ved=0CAUQjRw&amp;url=http://qi.com/talk/viewtopic.php?t%3D4816%26start%3D0&amp;ei=DQEmUrCvOuigsQTCkoGQAw&amp;bvm=bv.51495398,d.cWc&amp;psig=AFQjCNHTSrVRMwQptNf_dx7fxwUdSpacSg&amp;ust=1378308732661762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jpeg"/><Relationship Id="rId5" Type="http://schemas.openxmlformats.org/officeDocument/2006/relationships/hyperlink" Target="http://www.google.com/url?sa=i&amp;rct=j&amp;q=&amp;esrc=s&amp;frm=1&amp;source=images&amp;cd=&amp;cad=rja&amp;docid=oevalH3353rg8M&amp;tbnid=ZzmbNRaQMtvZRM:&amp;ved=0CAUQjRw&amp;url=http://www.bcfishinreport.com/?p%3D1653&amp;ei=lQEmUqOYNLa9sAT2gYGYDA&amp;bvm=bv.51495398,d.cWc&amp;psig=AFQjCNHTSrVRMwQptNf_dx7fxwUdSpacSg&amp;ust=1378308732661762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a/url?sa=i&amp;rct=j&amp;q=&amp;esrc=s&amp;frm=1&amp;source=images&amp;cd=&amp;cad=rja&amp;docid=XMq4pejEIZ8sNM&amp;tbnid=DvT_wwcvSMi_0M:&amp;ved=0CAUQjRw&amp;url=http://www.wvdnr.gov/fishing/sport_fish_image.asp?species%3Dblack_crappie.jpg&amp;ei=svAlUoPqB8m8yAHZtYGQBg&amp;psig=AFQjCNEtYV9M_NzolFJTDe1t-4pxS4WYRg&amp;ust=137830452951795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hyperlink" Target="http://www.google.ca/url?sa=i&amp;rct=j&amp;q=&amp;esrc=s&amp;frm=1&amp;source=images&amp;cd=&amp;cad=rja&amp;docid=XfjBMLh5voibOM&amp;tbnid=6UEzGK5wB35yVM:&amp;ved=0CAUQjRw&amp;url=http://fishindex.blogspot.com/2009/05/black-crappie-pomoxis-nigromaculatus.html&amp;ei=ivElUsngM-PkyAGK7oDYDg&amp;psig=AFQjCNEtYV9M_NzolFJTDe1t-4pxS4WYRg&amp;ust=1378304529517958" TargetMode="Externa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hyperlink" Target="http://www.google.com/url?sa=i&amp;rct=j&amp;q=&amp;esrc=s&amp;frm=1&amp;source=images&amp;cd=&amp;cad=rja&amp;docid=JofYBjUPVsKcTM&amp;tbnid=hx-tWUsW49CDgM:&amp;ved=0CAUQjRw&amp;url=http://qi.com/talk/viewtopic.php?t%3D4816%26start%3D0&amp;ei=DQEmUrCvOuigsQTCkoGQAw&amp;bvm=bv.51495398,d.cWc&amp;psig=AFQjCNHTSrVRMwQptNf_dx7fxwUdSpacSg&amp;ust=1378308732661762" TargetMode="External"/><Relationship Id="rId7" Type="http://schemas.openxmlformats.org/officeDocument/2006/relationships/hyperlink" Target="http://www.google.com/url?sa=i&amp;rct=j&amp;q=&amp;esrc=s&amp;frm=1&amp;source=images&amp;cd=&amp;cad=rja&amp;docid=YEqkcz1NPK_E2M&amp;tbnid=DrlNKU4bZABoiM:&amp;ved=0CAUQjRw&amp;url=http://boatingonthehudson.wordpress.com/2012/04/05/american-eel-research-project/&amp;ei=mQImUpLEEbO1sATr9YGACA&amp;bvm=bv.51495398,d.cWc&amp;psig=AFQjCNFktvw8QFQdvKMr_TS8eEeraZRm5A&amp;ust=137830902358905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eg"/><Relationship Id="rId5" Type="http://schemas.openxmlformats.org/officeDocument/2006/relationships/hyperlink" Target="http://www.google.com/url?sa=i&amp;rct=j&amp;q=&amp;esrc=s&amp;frm=1&amp;source=images&amp;cd=&amp;cad=rja&amp;docid=I8oglFIWw4uTwM&amp;tbnid=aVHoAFWIcq2ndM:&amp;ved=0CAUQjRw&amp;url=http://fishandboat.com/pafish/fishhtms/chap9.htm&amp;ei=YQImUsGLM4bEsAT4lYHQDA&amp;bvm=bv.51495398,d.cWc&amp;psig=AFQjCNFktvw8QFQdvKMr_TS8eEeraZRm5A&amp;ust=1378309023589054" TargetMode="External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hyperlink" Target="http://www.google.com/url?sa=i&amp;rct=j&amp;q=&amp;esrc=s&amp;frm=1&amp;source=images&amp;cd=&amp;cad=rja&amp;docid=JofYBjUPVsKcTM&amp;tbnid=hx-tWUsW49CDgM:&amp;ved=0CAUQjRw&amp;url=http://qi.com/talk/viewtopic.php?t%3D4816%26start%3D0&amp;ei=DQEmUrCvOuigsQTCkoGQAw&amp;bvm=bv.51495398,d.cWc&amp;psig=AFQjCNHTSrVRMwQptNf_dx7fxwUdSpacSg&amp;ust=1378308732661762" TargetMode="External"/><Relationship Id="rId7" Type="http://schemas.openxmlformats.org/officeDocument/2006/relationships/hyperlink" Target="http://www.google.com/url?sa=i&amp;rct=j&amp;q=&amp;esrc=s&amp;frm=1&amp;source=images&amp;cd=&amp;cad=rja&amp;docid=_qgAJbUT6pCgDM&amp;tbnid=3e4oeb1pqhDj7M:&amp;ved=0CAUQjRw&amp;url=http://greatlakesmapping.org/great_lake_stressors/2/sea-lamprey&amp;ei=oQMmUoutMMvJsAS0hIDADw&amp;bvm=bv.51495398,d.cWc&amp;psig=AFQjCNEGGbCUtOzqhcqYTjBm4jQryKufgQ&amp;ust=1378309258788987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hyperlink" Target="http://www.google.com/url?sa=i&amp;rct=j&amp;q=&amp;esrc=s&amp;frm=1&amp;source=images&amp;cd=&amp;cad=rja&amp;docid=AvhVFNMj3TFY_M&amp;tbnid=LanRU4XgwMy41M:&amp;ved=0CAUQjRw&amp;url=http://en.wikipedia.org/wiki/Sea_lamprey&amp;ei=lQMmUpLyM-uhsAT33ICQCw&amp;bvm=bv.51495398,d.cWc&amp;psig=AFQjCNEGGbCUtOzqhcqYTjBm4jQryKufgQ&amp;ust=1378309258788987" TargetMode="External"/><Relationship Id="rId10" Type="http://schemas.openxmlformats.org/officeDocument/2006/relationships/image" Target="../media/image21.jpeg"/><Relationship Id="rId4" Type="http://schemas.openxmlformats.org/officeDocument/2006/relationships/image" Target="../media/image1.jpeg"/><Relationship Id="rId9" Type="http://schemas.openxmlformats.org/officeDocument/2006/relationships/hyperlink" Target="http://www.google.com/url?sa=i&amp;rct=j&amp;q=&amp;esrc=s&amp;frm=1&amp;source=images&amp;cd=&amp;cad=rja&amp;docid=AKml10aMduCUEM&amp;tbnid=ohDN6XE8ota9EM:&amp;ved=0CAUQjRw&amp;url=http://www.seagrant.sunysb.edu/OLI/olei-sealamprey.htm&amp;ei=xAMmUsygN-fAsATatoAw&amp;bvm=bv.51495398,d.cWc&amp;psig=AFQjCNEGGbCUtOzqhcqYTjBm4jQryKufgQ&amp;ust=1378309258788987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a/url?sa=i&amp;rct=j&amp;q=&amp;esrc=s&amp;frm=1&amp;source=images&amp;cd=&amp;cad=rja&amp;docid=aqh-X1MNCa5PVM&amp;tbnid=FZLyYqvGLTdgAM:&amp;ved=0CAUQjRw&amp;url=http://www.dnr.state.oh.us/linkclick.aspx?link%3D6561%26tabid%3D6518&amp;ei=QO4lUo6GLoK6yQGp8YCwDg&amp;bvm=bv.51495398,d.b2I&amp;psig=AFQjCNFl6MApoCVdtyk6CyTX71o8tQJvsw&amp;ust=1378303734215179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jpeg"/><Relationship Id="rId5" Type="http://schemas.openxmlformats.org/officeDocument/2006/relationships/hyperlink" Target="http://www.google.ca/url?sa=i&amp;rct=j&amp;q=&amp;esrc=s&amp;frm=1&amp;source=images&amp;cd=&amp;cad=rja&amp;docid=6GbLZ3ocNgJuHM&amp;tbnid=iA0dz22qKZHQ-M:&amp;ved=0CAUQjRw&amp;url=http://kdwpt.state.ks.us/news/Fishing/Fish-ID-Gallery/BLUEGILL&amp;ei=hO4lUprRFYrkyAHcnoDACQ&amp;psig=AFQjCNFl6MApoCVdtyk6CyTX71o8tQJvsw&amp;ust=1378303734215179" TargetMode="External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9219" name="Picture 7" descr="http://www.gov.mb.ca/conservation/sustain/images/burbot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85800"/>
            <a:ext cx="7011988" cy="386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7" descr="http://www.gov.mb.ca/conservation/sustain/images/burbot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8" r="50000" b="63362"/>
          <a:stretch>
            <a:fillRect/>
          </a:stretch>
        </p:blipFill>
        <p:spPr bwMode="auto">
          <a:xfrm>
            <a:off x="1089025" y="838200"/>
            <a:ext cx="3506788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9" descr="http://www.bcfishinreport.com/wp-content/uploads/2011/09/Burbot-3.jpg">
            <a:hlinkClick r:id="rId5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713" y="4554538"/>
            <a:ext cx="6110287" cy="194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7036E732-51D4-6D6B-0A13-4AD1D8821B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31226946"/>
                  </p:ext>
                </p:extLst>
              </p:nvPr>
            </p:nvGraphicFramePr>
            <p:xfrm>
              <a:off x="-3848878" y="5786146"/>
              <a:ext cx="2286000" cy="1714500"/>
            </p:xfrm>
            <a:graphic>
              <a:graphicData uri="http://schemas.microsoft.com/office/powerpoint/2016/slidezoom">
                <pslz:sldZm>
                  <pslz:sldZmObj sldId="283" cId="0">
                    <pslz:zmPr id="{49B04579-48DD-4DD0-98EB-7304479D3195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7036E732-51D4-6D6B-0A13-4AD1D8821B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3848878" y="5786146"/>
                <a:ext cx="2286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  <p:transition advTm="2000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2291" name="Picture 5" descr="picture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268413"/>
            <a:ext cx="8824912" cy="364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6387" name="Picture 4" descr="Pumpkinse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6200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7411" name="Picture 2" descr="http://www.wvdnr.gov/fishing/sport_fish_images/black_crappie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765175"/>
            <a:ext cx="6561138" cy="353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AutoShape 4" descr="data:image/jpeg;base64,/9j/4AAQSkZJRgABAQAAAQABAAD/2wCEAAkGBhQSERQUEhQVFRUUGBgUFxcWFxcYGRYXFBQVFxYYFBcXHCYfGBwjGRQUHy8gIycpLCwsFh4xNTAqNScrLCkBCQoKDgwOFA8PFykcHBwpKSksLCkpKSksLCkpKSwpKSkpKSkpKSkpKSkpLDUsKSkpKSw1KSksKSkpMCksKSwpKf/AABEIAKABOwMBIgACEQEDEQH/xAAbAAACAgMBAAAAAAAAAAAAAAADBAIFAAEGB//EAEAQAAIBAwMCAwYDBwMCBQUAAAECEQADIQQSMQVBEyJRBjJhcYGRFCOhQlJiscHR8DNy4RWSFlOCovEHF0PC0v/EABkBAQEBAQEBAAAAAAAAAAAAAAABAgMEBf/EAB8RAQEBAQADAQEBAQEAAAAAAAABEQISITEDQWEEIv/aAAwDAQACEQMRAD8A4e7bJEQaxOmMeR9KNcdiPeP3pFnPesGyHl0bj0HzI/vWzpsiXUfX+1BsL3qVwZFF01b09sHLz8gf7UcraH7xpRbORRXFRZ0LcZIwsfahXXECFqQFT2VMXyoZ4oVm+TI+NGcYqFu3EmieTDcM1JiajOamRUPIDOM1m3NFVK21uiaUupDUS3axRNQnepW1q6zpcW63tphVqS26aulXFA1lrFPXLVDuLiiaStny0N7c0yU8tRtLkUTURYNZdt4q4s9Gdl3YA7AmCf8APjQNR0x1yR9iDHzjirlVWWrfFTNuiqlZdWspoGyg3VphRUNmaJqOnTFGvCBUraRWtR2q6ugqKmEzWWxU0qJoYt0UW8VICpqMUa0Dbms8PJou3NT2c1mppYrihFaZKUN1qypodpaLWrQohFa0P3dMO1KX9JzTHi1INIqml7aYFRNvNMgYrbJQZaXipvbzQ+KlvqausiDRIoRNED0XW3WoBakz1ANUpobLRoqE0TtREF5qTVA1jNQ1q5WKMitTRIoa3Fbtjmomi27Zgn/IoNizPFBFiTH+RTdlSO2eI7//AAakYBIBEDLNiDHIWfr84rUjWEjoQGz7o/r2Pxp21ZXeDClycD0JiCZx9O1RAbciqCHZgUysKCZO+eDwc1sEw+0tsHlvvtBG4v8Asx2nt3rcMNLcgxOR7xMQCJkZ/nRBcBkRIyDkenrxE9zzSgYEEbiloRzlrhE7W2/H4YFSN3gv5QSPylncogHdDYIJHea0JXNEjzOCYz3zwc9jVXrunlD6jsY/QjsaubSnAncW2wqkGQw5wDDcDOfhTo0m5WDjylcnmDJAYZnBjBzz8qzZqY4xEzFaa35qbu6co5U8gkfY1BlrkygVoN8cUyBih3EyKiB2kxWiIooodyqJqMVgrE4rYFFYozRGGDWgtZc4rNRCMVBloqjFaK1YAWBWGiIOagVqh5tOe2a14JAn+tdU3RMCAD64/lW09nxEbe31rphjl7VkkelEFgkcGurs9CG2Ij9f5mKJZ6KsN3yP8gCmLjk/wJMZqa9Lb/nt9Zrr16IcAD/PoKZt+z4HOf7+uSKYY4VtFHPPOP8AjioJpcT/AFyPpXf3ugBvpnnn9aT/AOiAIYwO/GfnTxXHC3ARUA1ddd9nAPNz85I+0VX6joig5b7Ke/as+LOKCaIGpy90+DAP1Ij+ZpdLWeCfsM+tZswCrIoz6c8Dn4Z/lUk0D/ux84H86YFgKNaEsKMOnt3/AEk1ngkTHxAJxE94BrU5qyJWrXlI5JO36/4f0okcx7qAEmD5gCIHAweTPbFRt7htKx5QREYIiCSSfe4x6RS9242QCczhe8+vyj9K1I2YW6wICiHf3DuIKqZBEd9wMfIUN3960rABPMAw/wBS4IEHHIlo+VCd3dlkFiMAkAHAntyB6mp+IzXZtozs8eVlneYgmBEfOqNpaRiqJOBu1AYxJtnIRu8icDvU7FpXD3VQm3JVdMrEsIHld47A57+lK3HXwzbCZB37iciMGJjE/GjJc33EdHNu43kLTG0RA/TH0oCNflQ7E3LhXw7jupC6baRt2kCCwHA7fOjvrQGJFy5JYJ+IIMuhAkLbOTz8z8KEzKLR0zz+Uxa0Ez4zscB/vP1NNNqnIW94yve0489u4AqWhwdoEbzx9vlTQTRgACPJp5YeKdy+KVkqCBOZ9BXS+zmjW4qlgFtNADvA3sMEIQZJmTAyeTAGeas2wTcYgszEXPGvxas2wxB3LbOW+GPpVyNVHnlrhb8sai6oW1IEgaeyo3TI9771VhH276YEuLcQghhBiSAVx7xwTj9K5eK6frnVTcsEEsfMAJJxIDEEH4kntXMxXLr6x19RioNRaEaywga0wrdxaxBRGRUVNEIqIWhqamtNURWyc0XWxWGsrGoIxWitTFaoPZz0/wCX2J/malb0Hbj7f0p4IK3t+Veh1IpoRP8A8UQaMZz+tNBa2KBddOO2KIbNEit0C50oj1oY0AAgYpusoKy70mf+TSmp6SBloAHJ4/U0x1r2itacHcZb0HP19K4Lq3tZcvmFwJwBQWPUTZU+WD8ZP9TVLe1VscCfvH24/SkoZp3T2P0OQ3qRE/cVP8CSASAJKwJ53AkbR9qYz6YeqEmFEdgM8+ketCfWv8Z4jj51PTWUk72NsCYKruLN3iOImZ4qL6W5uI2kHZ4h8yD8uJLAzyfSoqQW4wUwYYwCeJGTzQs7feOcEAEwe2Zz2qyXSKEHiuoLoGTY24BRJ/MAEiePrW9C9wQFbbAN0kqBIGVhiAWIIGOB9KJqv0qlmhPMSYXchAwPMxziPrQHueZvd5xtWQQJ908wf609pbyTbN0vc85BtyUADZ3huxLGSIqFrTuHayC6XGcIEYhVAkkhyeM7Tx3+9NAu3YRQ1tYadr+YQGI5I52/HiazSaRnZlSG2CGZXheYHmPA4qx1PSr6ghnPg27jFg8wCFkllGR2H1BxSDaS5e8Nj4YLnw0EBASoBlu0GYn1FaND1VhgzYKqTBg7wAMMJGDntS89tsEwZiIAGABxmZmrGzpz5rdyUt213OiP5iOzqOG9SOwpC3e8R8sdxYEXHMAIBHm+PFZxZU7Oo8MKU94NO/4AcR86dXUJ4/iuFeGA92EwBJjktSXUNX4l59zLJIG4EhAB6AyYj0qV6yboe5+XttxbYpCgDhWC8mY5ipir0MouM99N3jGLVwlWdCDgKnupyOf1omv1RTcbnnuCEdnYOXBXG1mErHBCAADk9qqPxSl/N+YiAeGDgkgjJH3o66FrpLIFzliSOfXuRWbbP4X0RuXS3JP1Mx6/yqG2ry17LuNrblj07/bvTz+yZLy2QciBtB+BrHjb9c81ywTE/pQ9nauwuezieij4Zn6Upd6UghQxB+Q/maeNMcy6VHbV3quhkCVMgetVL2iO1SxnAqiaIVqEVERFYRU4qNFZNaJrdaNMGKcVk1FTWA0R7yK3UJrJru7pg1k1CayaCZas3VDdVZ1j2gtaZZuHPZRyf7D40Fle1CqCzEADkmuF9ovb+ZTT47bu5+XpXMe0HtXc1LeZtqdlBwB/Wqu06wf8zQGv6hmYm42e8mp6fUKAd3biAck4j4ck1micB57jufd3EgAH0FMro7u4i1ubedsQIYnuQe3JB9B2oLWxetskhip/ZQKSxDKAWPfaAGkCi9QW2rbHcLLsxcL5dqr5QgjDGeO2JqovuUth7ilvEUrbdCFe2yHBAnzL2+pqw6fZs3FDsGSzaQC+GJP5j7groeVk7PtNYtTANIbSuHZtwUTEElyTG15wMTPzFM2LaX2K20FrexWy2TMx+SxiOGx6fWn9BpQ58Y2wmnd1N0BpNvwVlTPbcY5Hp61X/wDUCVcWE2XHe5qI5AtgMVFsdn2kgkdlqauNWT+I1CWx4Vgw1vcs7SqzuknknJk/ChXNQHVkuzFhHax4YhGhhJbuQ0TP3ow1Z0+mFu5bt3FvJ4li4clC8Lcg8zEeX6zTaarUaa1at7bbq7flXQguN4J8z7fVTuEzBGfpdTFa/XXKXLt1d18C2UfYCFRpEARCkYINbu6hXFx9XauG+qCykgjxXZSUd/Qoon+IRRdLrbuit3wnheILotXQ3mIRQ2zaDyhJMnnj1qyvNrNVZs3QEYol1YPlPje6FKmBvNthsxmKGKjp3Uri2/Ea8z+Jc36iyBJNoQuZHeSIEYjIqFx1uTq7iDwFY2BaQlWUoPygZ5wSxz2M01Y9mdZoyl+2ykKN11QcopTc63UbO31NLdULXr4a9ZVBZFttQVY7WW6wPiACCNwaMfvVrTArWmRXSzZHnu2/PeZoXw7klmVQMeUET39M0DRWTdskXLm2xZzuCiQznyKvdp5j4dqsW1qD8RFk2TqUR9P5SzBHHhlAeyQCfoMUTQrZ02ltMQ11bjs770xbe1AwBBJ478GnlUxWPct37yhbT3YhAohQdoy5K/TvReqdAFnVLbYEIw3AqC8ArLMBPCnFNdOW7de7cIGisBPzXUFVKFj5be6RJMyBztrNdYv2798WnYs8WlBUMzptIdVXMLwcH+sPJMqmbV2/AURcZ1ZggYym053QCIMdqYtWjcXxrNxAwB3rIt5En8teCu0feuv6WSl0KlpLdsBXU3AFAJUB3liZIG7GK5/qWhfS3Deui3dF1wFvJwo3Bvy0wOJ7VqWWntPSddvJbR2i4Lk7QI3KVJkMo+VWmm9u7bYuoVgcg/0/5oNp7QFzV2A1liXFu1eIXxjt3MVAMkDHwPE0Dp2k0urNtbjG1qbgbeoDFdwDMHcnCyAJ9Iirsq66bS9Z0zDF1RPY4++KP4Vl8h0z6Ff71yr6dLli9qEtC8LCCybjgqjdla0qwWIjkxEik+meyV29bV0t3GVGCXAYDGWG7Z2ZQvcE5manpddvd0YKlQyx9K53qb2bcq16yI5AAY/WJj60n1joWmt3rqIXRrePCuLl2IlPDAJLLtjHyqnPS7h8e6yKRbHnWdphogqo5x9KYZFg/UtNEYbt7hGT24GaTv8A4d42MwPG0Kx+1Vl60QFE7vE2kFeG2xhgR7wxnvUt5YEncFV23JbAkXIww7gE81myGRO6gltskL7xx5e2RzWm05BOODB4wYnmo27khJ3MSYKCLZYerMJBim7AMbQGN22xCoNp8n+9feOe9TxjPjAF0/qD9q1cs/Ax8qex5o+cyxg91bHNTttB+PJ7fTNPGHjFOwreyrPV6SRK89xSgQ+tYsxzsezb6zfS5u1niV2dh99QuagAEkgAdyYArl7ntUWZ1tgDaSsmeQcmuR671R3P5m5u4DOSufQVNV1nXPbtE8ljzt+8OB98V591XqviOTcLMx59Pucmk9XfdVZx2iflP8piqW/1Rt3E+mZ5+VB0NuzMEKQpmCRzHIn6imfCAWTztLDHMGIIpfo7bkdyCFgqscG40CR/tE/cVYg++gIH5ZXdnJwW90GfT0oNNtUboLbgWGzvIk7vQDPFO2/Et7Fdh5lXUG4oJa0CpVAe0Rt7d6JY327ClCA6brUkCNt5TO+cYIIn41Y6z2av2dyhmuKtyzpgFgC4jKHifgzCPhQctrU3hSoZCgE8kb2Mjb6TE1b6TT6nTDxbqK9nVKbd22TgHdMuoIKHuDTuk6XabYZuJc3Pc3yCAlsHb5SYLqEchSZMD1qq6hYLOhtkIbgDiNxCghQpdiZLMSGI7A1L7If12k2+MlkvhV07bj/qE7ritjtCR/EIOCafvdWuIC/hDB0l1rigf6LJtZWbkSRMD+IU9rlgpdsOz7hblgPM/gDbcRiM8lW+IpTRdUN5vCuFQwsHeWID3XS5vthZwAIBzmDXGtt6a8j7X1CEIure3atlcvb1CklWUxtC+VgfTFasdT0qOpso/kNzTW5bybV/N8UYkEMRgZIpHXdOv3LoDqr3dRbW6rArttru/MK7RgyVUH4Uz1X2ZtWB4yXD4aXbThQZK2H2recg9weW9OaTEqR6jpL4DX1Nu5qLe67cJkKLJhX2kQwcoRtFUXU+pbdRduIzNaW4XXcCAGupCEiMEdu8AVep7J3N1lbzJesW71yAjCBaYeIpcjIV3EGeJpO17SHV2r1m3pbRutpzMJ7z2nwiCYOy2ZWcnb8YrWpgen02mdEZ9Q5v6lPMqjfBO615iTIJLB49FI9KL0vpC7b1nUXyLbXUTxLbbheYqAUBI94eUieOKr+o+yGqDF7dpgFTcsETttW1Kt6722z/ALpFbt9M1TWNuyfHvJqFckhY8MuCsCF3kkHuIjGKbMTFhf1Nu3qdMyu9waZE3kqBsB9wHbI3DcAY+FO9R1Oo8LqLb7Zt+Ku+ZONgk2YODlJ/vSWo1+hQ/hLYuLddTY3DzKviMLyqxnzlH8qnNE0Og0F+4q6ff+WGvXVuyEZAAtxVByrE+ae0Ggft9UQ2NJpyC1prYd79xhutNvYghe+0qcH4VX2ekPpLlnUveN6dQnhxvLNbJK3CfoPU96srnsul9bdlBFliXV1klcAlGce8fe+I/nPq1vWadbfgotuxpRu3KoJNsbTA5z7wwAc9qv8AfQrOquxs6q1qjcZk1KmSpja7AL4K9lKq+B/D8atuj6UWb50d9bbB1N2wyYcRICCQPMQJ+9L9f9pr3hMxseKl+2oRwCRbD5UMvxjB/eHyofT/AGnuXdfpbt2wtndbZSX3bmKggxPukkSBzAPM1P4pK91NNZqrCatURXVlGxmYpB8qufUEAEdpq96foLVu5e0lhWdxbL+Jt3Nb3rBtlpGWXHpn1pf/AO5yIt5r2hJXxnQm2FwjKApuNkBmkdx+lc/1L/6lLcRLdiybF4tm4pG8BZCpJWWLTE5+FPf8TEj7PXXufg2HglZuWxJIKs+STOY7dzXTazpN27cDJrkt3rNvwAm7bI2CWz7jM24EZ7VSp7Wl+lsbxvLe0122txmkMqNckNu5MKODFYvsTbuK72Nbbuv/AKloRBOQWnMjMZiroU1qDVaPTSw/FLf/AApuE5K5KFzyY3YNBtbjp9RbR1YKRbho33HQfmbDMwYBHyq913tHoC7lkKai3DllUBPGRfdQA/tHEkema5gdEtEy7ub7Ib1u0kIJMkneeOJj4d66ysl9ZqStuwLgFt8AE5BQgjcY4IwD8qQt2+LjAOgcrKEAt6MSuY+lE1OpfxWZkuW2RAUCjcxdsMSADPbkDFSKDd4r21BdQQN727hIgEoFGT8KxWjtmwVvEBdnhoYW3BYBv3i3vAmahp0/JYwxUvn3QInndkg/AUuL0YN1rlyQcQrbPQsRv3D4r2+tNXruFWAFHmRVZm3nvlCwDfMCqDbQNwHuqAVAI83wPlG+PTBoyMSd05ODn9Afl2mahJZssrMYM5BTvB93PzzTVlATJn1mRLD4n1qozwd0KATOMcx3itf9NTuPuYP1HarzouiElyZ5XbERPqe+KsTo0/dH2H9qlms2LTdWjdoHiVrdWl1z3T7G38XONtx2B75kj9CPvVOmmGpQLO24gAmAcAQCKs+rarw9Q6g/6qKY/iBjP/bVN0e7tcEmIJU8ERmB/KpGlP1TprJ5GAn6+YVV2el2wZ2SZ7kx9hBNd31mHJJgghSDGBI7RzXL9W2o6BYDBQXPEkliP/aRVz2hnT6glRBjYCACAFROPKvczkfKmMKWBdgBbwYedz52jid2ZnGTzVbpi3acegk8MRz8BP3NPW7267xuCg8eYsSmdz9/kPjWVX2p002WjBsqrmQfOPLg/VsUXS22XTK9y820XGIhzO6yg8BTHmVSCyz8qL01fH0mpJaGW2THcBGVpEiD7s/WkNHpWuFXWPDtW/FuNkC+Q4KW9vCtErHwNSNYI9t10okKBr38iklnQI4O8EnMjcs80W2AdWtohVUk5YgADG0E/AD+VT0GpOp1j3nVrdq2x8K2/l2b3JCDtJaapNVZ36oo7ABndQ3YS3vGe0x9qfRca/TBXt2GursUyLto4ViwgwO8SPtWup9RshgrslxrQPn2giW8mT6gbW9eYI4rl9ZpHtDncrSAwyrbTBKnuJFVT3DGGMk9hjvyal4n1Nek3dJv09izpbrM6sy39rneBc4G6RFuQnlHaPjVb07T27CF9VdDpqEu2L6NLOvgnyKhB5OP0rjwCVM8kH1YCCCOx5E4mrA2bEi5IztvbdrCVQ7XQgIIBMQaxZjS66prmbxDZsHbct6fVXNzQAttgqJgCQSRPpVlrvaK1p7jaZdOyNuUKbTiTdv2itwEnjbvER6Vz3TdUyXCEgIqujMzAzbuS1pIbmCFwPWpaL2ktXwtu5a8S+6gm4QN7ahD+UA3oAefhUC/SdXqLKo943gq3LOwSfOtm663LXPYkkD155prVanWrqblnTXrjWzea3bCkCTv8RlAPBAJ+xFN9S0Sam63iXGKWneFQrEC0L90zxuJLH7031lbdrfd8TwiWt6lQCrN4j2jbKrByCEDbhxn1qyoQ8IaZ7+rvqo33b1oIEnZcVg1pxuxAAmR8KS6RqdP+cZuG86MUMYuJf3K4YQYAYzP/FWaak376Wbji5php7V+9icWLRZ9p5BLEA/Ojau4mitOunO86VVvWXYZCaxisY5VcEfGau4hLTWuo6XRIymLbLduNbU/mKHJAuQPNEBcjAnNWnX9Fqtmla1dF5/w436e2SAUKiXtrugnmT3yYqKe2WmVm1P5r3tPZXTFSPLc8SCWI/ZAIafWPlSnUNWdEPxSWvHW4EGmvFj+VbMlrThT3BMDvn41dqyL3TXrmjGh8zeEulum7II83vW/ExwC20CZmg2Pbb8Sli8kk27dw37AjJiN/mwVHzBpbT9O8a5dbUam2LOpslLSs211SQV2yQBsaOxmKpfwNu1pNRaXxFbhnDBlxBJtMudrQDBms4rb+2VzU6V9Mwt2A3m8QZ3qjBxgCGPHftVprv8A6gKihkFnU+Dbt7m2qGZnG0uP3YIU/XtXEdK6MBaAa2xdz5TnCjkiEMD+dWyKBbUKu2PLua1LP32hjp8/WtXnU10eo9vrc3lSzba1ZRLzEEL4jMASjyPPBYZzxFVPRuq2mvWItizqXc3blxo2JYkv4dsDklQIkYqC9TUND6e0ywBtNtRcH+4wBH0p8+zGl1KM1nfZLDaQhI2x2a2TH2jFXxTSur/A2yNXp7u9y4YWWYELce4RmfMeSflnFJaxbvivcuHwhZ8gZFnfmNqHvIJz2BpTUdMWztsagR4Lh0YKCLyE8Ef5Fbtazbd3E3riz4gJEK7nHu/sgCBia1EGsaxzduGyDZF5QEd8geEokhTyYn9eaUCFEaLTX7quSt5FiFAncBOHBFZeuk4Yt4i3BuC/sWwokqAPj+n1rel1AG8pdaxgwhU7L5WQXMnkkiSCOagYtanfqFi4moN21/5QYg/xqCMj1jtSujbZbUoCLouMjSQRHp4cEifkK2iXGthXs27Tn8xHEJcYAyfCuDBI9DBg0Y21m4ApkKLrXbyxcEESVjntVB0UxtA8Sclk3eUHBkGAR9RVn0/RPdMWyQFwS+QP0mfQVX2bZJMbsgNEQM8mJyp5n48Cuw6NdBspAiMEfxDB/XP1qxmn9PaCKFHA/X1Jqe6hF6j4tVBrzna233oMfODH6xXmX/jTUGRcYgjBERB4II+dek7qr+o9Fs3/APUtqT+9w3/cP6zUv+EuPPv+tm4wL42we2RORihjqKrwSSey/pV71L2HKgmyxYdlmGH9D+lctqemsrQ0qfRlg1na39+LS715jbUv5YBG09wWkRHz+n1qkfqILyxJkySAD8e8D6VG9prhHvAxwCflxI/rQfwLgDcBHaPtV0OabqExG0YjzOScghsRGcfarfS9bNs+98cEKBgDCgjOBnFck1tlO0qZ49ae0XTbrEwmRBIMFhHdVmTTVd9ofbQ21cktfZlKDc0oocQwY8tA4j71V9E0lzVWzbtY8M+Zify/Dyw3TjytP0alem6K0QWvDUXXz5QAqt67jOKtNZ1Y7fCgWLUeWxay9wzAFxuFHqefSs2tJ3tZbsqAhJVCSDx4lxo3P8BAgDtNVdnqhKsXiW+EqBOFM8HEyPSljrsgsm5U8oQMQATwDGY+smO1A/EbR5YnuQeC2PuJolM3uqTaNuTBzBxsIIOAPqJ7zVfprzbmVQSymZiQIn1q405Xcxa2rBtjhgJZQSQQoBwecfw1aHT2ltOGVvz1d7Vwlgy3LblFL7TBBGCO0g030igXQFv9XcqloJKztMbuDM4NZrNItwl7I/LBCGAAGTBJUADAzOJq81em815tRc2iwFtKBLqzvG1iRgrtM/LtStzSh934Qytr8pcGWNwgs8egBPNYtrpOVa2la46PbMW2XxBuzJsAKQROeB96Jc6opD+HbK4/E7lwUJGyB6Ag9qN1DR3rSwqsio3laI8pHnbccAE9jS+n6hZLrLWkj8seYkeEQdwY8Elj64nFZntbM++jnSrp0j2xcuOLbgs6JJ3ypXaVODukj5CoanozvcvobhZ9PaDJOZVAPKPgFYZPpR7GtO0reHik2jd7flm00qAQM4A59KnpNVbBF8MpdYvXImfBveRrM/tMG4GO1WVbybdtNYS89nzPZtW7L+bcmzUALdeBkwH9cGjdJe5a1dnQm5av6dlZWPhjNsAuFuMRPlBDQON1Vdnqf4YlbKq9qw7B32Sbpfd4aXB+0u4+7xxS9vUi0dOWF575uG++CGAaUu2kXk4AOYifSqwe6dqN9i5pQu6613xQIEXLKHcSGPA2KIHyjmov0Sx4Vu5p9UwsC/vh4LIVG2QMBhO2JAwc0IdTsab83T3LwuqLS2mbZDLnelxAMbQY3fAQaquodf8AGdyqWbIYglbaqAY+ZPpMdznmt4mrX2p1FnWXTqPEuMgAmyUPlnHlYTAJA/X1qvIUgBbb21nCKRHzbevPzmkQUaSMk5nfyZ9OPpFNreYEEQCPiBP0iPrWpGKdvXE3G4wkQFMPZ3zxyIgY4rNM0DaUUlfMsEEKD2xcPm+AFLJceCOQTuI3d/hnFFsJddgFQs36x8yePiauCxlfNAcB+Rnt8Bj7zV17NqsuykxAUgqO0wdy9+fvVbpPZu60eIUQfwwx+WMfrXQdP0CWV2oOcknJJ9TRm1LqvTUvptbBGVaJKn1+I9R3ridRZe1cKOzI4EgySpz7y/wkfUGu+30n1PpqX02vggyrDlT6j4diDg0SVwlxpCkbt4lW2YNxTkkH1rVuSEbbvJYCy+4FhEwjLxniSMnBpjXaJ7T7LpPqjL3A/aX5dxyPiKFbs8MQgBYSNrcQRvCdwxjjMis42jtQOwu/nrtLBVRlVGPIZcm0Qe4xTDadgssGVVtkKLlxiDu48F1Ef+lqHprZVECbvOWO7ad6kHIVxlkPBByD2o1rTLI8OESNwG9iTBHlMiFYEHtHwqjLO2QAThVI93BxInmM/D5d66z2fveRlPKt2/iAIP8AOuVsXd0A+XLSBIJnnjEfL610Ps+pHiExkqMHOA0z96Rmrya1voe+tbqrIzXK1voJas31WRZod62riGUMPRgCPsajuqO+g5/qHskDcD2GW2P2lZSVx3WDj5VV9U9m9Sg3Jtf/AGSD3/ZbmuzLVm6pizqvLGduGMEYKnytPc55Pzol7UgKJKuBxJKunwmAcfUelelajTpcEOiuPRgD/Oq4+y2lmfBX6Fo+gBgVMb83m9/qTEyTJ+JY/wBa2usHJJJ+w+PGSfnXoTex+kPNkf8Ac/8A/VbHsjpP/IX7sf8A9qYebz1dYZ8p2HmCccdqkhPOMQZ3DE8d66TrfsxaDxZtkACTtLEDHxmKrB7IOw8kfUVi9yXK78/n11NgOnvhSefL+7ByOJnt6mrl/aO9eAW3EE3h5Vnd4wVWhT/tBHEc1X6H2Lvl4kKMbjnA+A7/ACrveh+za2h5QSe7Nlj/AGHwFc+v15n+u3H/AD9dffUVPT/Zh7p/PZtmNtkNgQIG8g5P17muv0HRFRQFUADgAQBT+i0YUU07hRXnvV6+vdxxzx8Dt9OVhDARGcD+Vcd1/wBgrJnwhsMhvL7sg58vyrrW1hJqD3RGTUmz46XmdT/05fS+wdwWo/EswZt7QsBwRG1szHyiuZ617OvpbDq+baubkqDJkbVVvQKTumYxkV6jo9ettYkR6ET9qo/a/rFr8Nd3QZRhxzIgD45iu/l8ebr8J7ee3+p6ddM9u1d3uQqsfAZd53C54u/fO4e7BEY+VL3/AGv1LpbXxICBgpBwQ+CC5ypgEYNcvbeI+n+D0pgarvx6xGfmvB/nXoyPm2pG9E8ruz2IwZEVJdQT+3/7RSxb6fLj7GpW/vVFjauNOLh+39qtNPcfndP0NVOntZ4qztr/AJn9AKhT1l3YhVgsxgc/34HP0rs9DoVtLtX6k8sfUmq7oPSPCXc/vsOP3QYO35+v2q2mq5WibqzdQ5rJqsibqzdQ5rW6gjrNKt1dresgjBVhwynsa5LUaBrTbXXdGVY+6wmTAHHxHY5rr91C1FpXXawkf5x6H40WXHKbeThmYsTL4GI4x5uIacxRgoklSJEHgbZGDKtzI9DTOq6U1sysuvwHmH0/aHy+1CstP6cfD1+mKjel0XIFwQBxiBkdiOM+sVd9AXyu0yGIA/8ATM575J+1K27RJgATxPYD1NW9m2EUKOAIoz1TG6om5Q91ZuqsClq0XoRao7qqCm5Wt9D3VqaAm+t7qFurc0BN1Zuoc1k1BPdWmeozS+uuQn1A/Wp1clrXHPlZEraT74MEzjv86ftXVPlQR6+vyqsXUHbROnud0182226+9zzJJHQaewD2qzs2IpPS3BinkvgUdNTcQKS1Mninbl24fdVfqRVH1fqD25DJJMxtzJ/pVtZVvVOuLZVi5ggEZ9YwBVMntSNo84OPWqTqe+87G4fWB+7Haqmxo5NdJzM1nnu66bVe0LMDsBb5Y/nXM9T173yokgAjGcHOT6V0HSNJNH6n0nYysAIJg/HuJqyyH68ddTJVfoPZFb6gvg/vKIJ+JHFP/wDgzTbArA7lEFgYLfOrfQuAooWtQ5YHFPOpP+fn+xTa32asH3VAPwxSFr2YUttAYT3B/vVv4k8Va6LTbRJ5P6Vrjy6rl+9/P8+fk1Up7E2h/wDkefht/tVtoOkW7PuiW/eaCfoYx9KZms3V6nyL1aJure6hzWTRNT3Vm6oTWt1DRN1ZND3Vk0RPdWt1QLVrdQE3UG5YUmSqk+pAqRatTQSQACAAB8KlNDms3UBJrW6obqzdVH//2Q==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168275" y="-731838"/>
            <a:ext cx="3000375" cy="152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sz="2400"/>
          </a:p>
        </p:txBody>
      </p:sp>
      <p:sp>
        <p:nvSpPr>
          <p:cNvPr id="17413" name="AutoShape 6" descr="data:image/jpeg;base64,/9j/4AAQSkZJRgABAQAAAQABAAD/2wCEAAkGBhQSERQUEhQVFRUUGBgUFxcWFxcYGRYXFBQVFxYYFBcXHCYfGBwjGRQUHy8gIycpLCwsFh4xNTAqNScrLCkBCQoKDgwOFA8PFykcHBwpKSksLCkpKSksLCkpKSwpKSkpKSkpKSkpKSkpLDUsKSkpKSw1KSksKSkpMCksKSwpKf/AABEIAKABOwMBIgACEQEDEQH/xAAbAAACAgMBAAAAAAAAAAAAAAADBAIFAAEGB//EAEAQAAIBAwMCAwYDBwMCBQUAAAECEQADIQQSMQVBEyJRBjJhcYGRFCOhQlJiscHR8DNy4RWSFlOCovEHF0PC0v/EABkBAQEBAQEBAAAAAAAAAAAAAAABAgMEBf/EAB8RAQEBAQADAQEBAQEAAAAAAAABEQISITEDQWEEIv/aAAwDAQACEQMRAD8A4e7bJEQaxOmMeR9KNcdiPeP3pFnPesGyHl0bj0HzI/vWzpsiXUfX+1BsL3qVwZFF01b09sHLz8gf7UcraH7xpRbORRXFRZ0LcZIwsfahXXECFqQFT2VMXyoZ4oVm+TI+NGcYqFu3EmieTDcM1JiajOamRUPIDOM1m3NFVK21uiaUupDUS3axRNQnepW1q6zpcW63tphVqS26aulXFA1lrFPXLVDuLiiaStny0N7c0yU8tRtLkUTURYNZdt4q4s9Gdl3YA7AmCf8APjQNR0x1yR9iDHzjirlVWWrfFTNuiqlZdWspoGyg3VphRUNmaJqOnTFGvCBUraRWtR2q6ugqKmEzWWxU0qJoYt0UW8VICpqMUa0Dbms8PJou3NT2c1mppYrihFaZKUN1qypodpaLWrQohFa0P3dMO1KX9JzTHi1INIqml7aYFRNvNMgYrbJQZaXipvbzQ+KlvqausiDRIoRNED0XW3WoBakz1ANUpobLRoqE0TtREF5qTVA1jNQ1q5WKMitTRIoa3Fbtjmomi27Zgn/IoNizPFBFiTH+RTdlSO2eI7//AAakYBIBEDLNiDHIWfr84rUjWEjoQGz7o/r2Pxp21ZXeDClycD0JiCZx9O1RAbciqCHZgUysKCZO+eDwc1sEw+0tsHlvvtBG4v8Asx2nt3rcMNLcgxOR7xMQCJkZ/nRBcBkRIyDkenrxE9zzSgYEEbiloRzlrhE7W2/H4YFSN3gv5QSPylncogHdDYIJHea0JXNEjzOCYz3zwc9jVXrunlD6jsY/QjsaubSnAncW2wqkGQw5wDDcDOfhTo0m5WDjylcnmDJAYZnBjBzz8qzZqY4xEzFaa35qbu6co5U8gkfY1BlrkygVoN8cUyBih3EyKiB2kxWiIooodyqJqMVgrE4rYFFYozRGGDWgtZc4rNRCMVBloqjFaK1YAWBWGiIOagVqh5tOe2a14JAn+tdU3RMCAD64/lW09nxEbe31rphjl7VkkelEFgkcGurs9CG2Ij9f5mKJZ6KsN3yP8gCmLjk/wJMZqa9Lb/nt9Zrr16IcAD/PoKZt+z4HOf7+uSKYY4VtFHPPOP8AjioJpcT/AFyPpXf3ugBvpnnn9aT/AOiAIYwO/GfnTxXHC3ARUA1ddd9nAPNz85I+0VX6joig5b7Ke/as+LOKCaIGpy90+DAP1Ij+ZpdLWeCfsM+tZswCrIoz6c8Dn4Z/lUk0D/ux84H86YFgKNaEsKMOnt3/AEk1ngkTHxAJxE94BrU5qyJWrXlI5JO36/4f0okcx7qAEmD5gCIHAweTPbFRt7htKx5QREYIiCSSfe4x6RS9242QCczhe8+vyj9K1I2YW6wICiHf3DuIKqZBEd9wMfIUN3960rABPMAw/wBS4IEHHIlo+VCd3dlkFiMAkAHAntyB6mp+IzXZtozs8eVlneYgmBEfOqNpaRiqJOBu1AYxJtnIRu8icDvU7FpXD3VQm3JVdMrEsIHld47A57+lK3HXwzbCZB37iciMGJjE/GjJc33EdHNu43kLTG0RA/TH0oCNflQ7E3LhXw7jupC6baRt2kCCwHA7fOjvrQGJFy5JYJ+IIMuhAkLbOTz8z8KEzKLR0zz+Uxa0Ez4zscB/vP1NNNqnIW94yve0489u4AqWhwdoEbzx9vlTQTRgACPJp5YeKdy+KVkqCBOZ9BXS+zmjW4qlgFtNADvA3sMEIQZJmTAyeTAGeas2wTcYgszEXPGvxas2wxB3LbOW+GPpVyNVHnlrhb8sai6oW1IEgaeyo3TI9771VhH276YEuLcQghhBiSAVx7xwTj9K5eK6frnVTcsEEsfMAJJxIDEEH4kntXMxXLr6x19RioNRaEaywga0wrdxaxBRGRUVNEIqIWhqamtNURWyc0XWxWGsrGoIxWitTFaoPZz0/wCX2J/malb0Hbj7f0p4IK3t+Veh1IpoRP8A8UQaMZz+tNBa2KBddOO2KIbNEit0C50oj1oY0AAgYpusoKy70mf+TSmp6SBloAHJ4/U0x1r2itacHcZb0HP19K4Lq3tZcvmFwJwBQWPUTZU+WD8ZP9TVLe1VscCfvH24/SkoZp3T2P0OQ3qRE/cVP8CSASAJKwJ53AkbR9qYz6YeqEmFEdgM8+ketCfWv8Z4jj51PTWUk72NsCYKruLN3iOImZ4qL6W5uI2kHZ4h8yD8uJLAzyfSoqQW4wUwYYwCeJGTzQs7feOcEAEwe2Zz2qyXSKEHiuoLoGTY24BRJ/MAEiePrW9C9wQFbbAN0kqBIGVhiAWIIGOB9KJqv0qlmhPMSYXchAwPMxziPrQHueZvd5xtWQQJ908wf609pbyTbN0vc85BtyUADZ3huxLGSIqFrTuHayC6XGcIEYhVAkkhyeM7Tx3+9NAu3YRQ1tYadr+YQGI5I52/HiazSaRnZlSG2CGZXheYHmPA4qx1PSr6ghnPg27jFg8wCFkllGR2H1BxSDaS5e8Nj4YLnw0EBASoBlu0GYn1FaND1VhgzYKqTBg7wAMMJGDntS89tsEwZiIAGABxmZmrGzpz5rdyUt213OiP5iOzqOG9SOwpC3e8R8sdxYEXHMAIBHm+PFZxZU7Oo8MKU94NO/4AcR86dXUJ4/iuFeGA92EwBJjktSXUNX4l59zLJIG4EhAB6AyYj0qV6yboe5+XttxbYpCgDhWC8mY5ipir0MouM99N3jGLVwlWdCDgKnupyOf1omv1RTcbnnuCEdnYOXBXG1mErHBCAADk9qqPxSl/N+YiAeGDgkgjJH3o66FrpLIFzliSOfXuRWbbP4X0RuXS3JP1Mx6/yqG2ry17LuNrblj07/bvTz+yZLy2QciBtB+BrHjb9c81ywTE/pQ9nauwuezieij4Zn6Upd6UghQxB+Q/maeNMcy6VHbV3quhkCVMgetVL2iO1SxnAqiaIVqEVERFYRU4qNFZNaJrdaNMGKcVk1FTWA0R7yK3UJrJru7pg1k1CayaCZas3VDdVZ1j2gtaZZuHPZRyf7D40Fle1CqCzEADkmuF9ovb+ZTT47bu5+XpXMe0HtXc1LeZtqdlBwB/Wqu06wf8zQGv6hmYm42e8mp6fUKAd3biAck4j4ck1micB57jufd3EgAH0FMro7u4i1ubedsQIYnuQe3JB9B2oLWxetskhip/ZQKSxDKAWPfaAGkCi9QW2rbHcLLsxcL5dqr5QgjDGeO2JqovuUth7ilvEUrbdCFe2yHBAnzL2+pqw6fZs3FDsGSzaQC+GJP5j7groeVk7PtNYtTANIbSuHZtwUTEElyTG15wMTPzFM2LaX2K20FrexWy2TMx+SxiOGx6fWn9BpQ58Y2wmnd1N0BpNvwVlTPbcY5Hp61X/wDUCVcWE2XHe5qI5AtgMVFsdn2kgkdlqauNWT+I1CWx4Vgw1vcs7SqzuknknJk/ChXNQHVkuzFhHax4YhGhhJbuQ0TP3ow1Z0+mFu5bt3FvJ4li4clC8Lcg8zEeX6zTaarUaa1at7bbq7flXQguN4J8z7fVTuEzBGfpdTFa/XXKXLt1d18C2UfYCFRpEARCkYINbu6hXFx9XauG+qCykgjxXZSUd/Qoon+IRRdLrbuit3wnheILotXQ3mIRQ2zaDyhJMnnj1qyvNrNVZs3QEYol1YPlPje6FKmBvNthsxmKGKjp3Uri2/Ea8z+Jc36iyBJNoQuZHeSIEYjIqFx1uTq7iDwFY2BaQlWUoPygZ5wSxz2M01Y9mdZoyl+2ykKN11QcopTc63UbO31NLdULXr4a9ZVBZFttQVY7WW6wPiACCNwaMfvVrTArWmRXSzZHnu2/PeZoXw7klmVQMeUET39M0DRWTdskXLm2xZzuCiQznyKvdp5j4dqsW1qD8RFk2TqUR9P5SzBHHhlAeyQCfoMUTQrZ02ltMQ11bjs770xbe1AwBBJ478GnlUxWPct37yhbT3YhAohQdoy5K/TvReqdAFnVLbYEIw3AqC8ArLMBPCnFNdOW7de7cIGisBPzXUFVKFj5be6RJMyBztrNdYv2798WnYs8WlBUMzptIdVXMLwcH+sPJMqmbV2/AURcZ1ZggYym053QCIMdqYtWjcXxrNxAwB3rIt5En8teCu0feuv6WSl0KlpLdsBXU3AFAJUB3liZIG7GK5/qWhfS3Deui3dF1wFvJwo3Bvy0wOJ7VqWWntPSddvJbR2i4Lk7QI3KVJkMo+VWmm9u7bYuoVgcg/0/5oNp7QFzV2A1liXFu1eIXxjt3MVAMkDHwPE0Dp2k0urNtbjG1qbgbeoDFdwDMHcnCyAJ9Iirsq66bS9Z0zDF1RPY4++KP4Vl8h0z6Ff71yr6dLli9qEtC8LCCybjgqjdla0qwWIjkxEik+meyV29bV0t3GVGCXAYDGWG7Z2ZQvcE5manpddvd0YKlQyx9K53qb2bcq16yI5AAY/WJj60n1joWmt3rqIXRrePCuLl2IlPDAJLLtjHyqnPS7h8e6yKRbHnWdphogqo5x9KYZFg/UtNEYbt7hGT24GaTv8A4d42MwPG0Kx+1Vl60QFE7vE2kFeG2xhgR7wxnvUt5YEncFV23JbAkXIww7gE81myGRO6gltskL7xx5e2RzWm05BOODB4wYnmo27khJ3MSYKCLZYerMJBim7AMbQGN22xCoNp8n+9feOe9TxjPjAF0/qD9q1cs/Ax8qex5o+cyxg91bHNTttB+PJ7fTNPGHjFOwreyrPV6SRK89xSgQ+tYsxzsezb6zfS5u1niV2dh99QuagAEkgAdyYArl7ntUWZ1tgDaSsmeQcmuR671R3P5m5u4DOSufQVNV1nXPbtE8ljzt+8OB98V591XqviOTcLMx59Pucmk9XfdVZx2iflP8piqW/1Rt3E+mZ5+VB0NuzMEKQpmCRzHIn6imfCAWTztLDHMGIIpfo7bkdyCFgqscG40CR/tE/cVYg++gIH5ZXdnJwW90GfT0oNNtUboLbgWGzvIk7vQDPFO2/Et7Fdh5lXUG4oJa0CpVAe0Rt7d6JY327ClCA6brUkCNt5TO+cYIIn41Y6z2av2dyhmuKtyzpgFgC4jKHifgzCPhQctrU3hSoZCgE8kb2Mjb6TE1b6TT6nTDxbqK9nVKbd22TgHdMuoIKHuDTuk6XabYZuJc3Pc3yCAlsHb5SYLqEchSZMD1qq6hYLOhtkIbgDiNxCghQpdiZLMSGI7A1L7If12k2+MlkvhV07bj/qE7ritjtCR/EIOCafvdWuIC/hDB0l1rigf6LJtZWbkSRMD+IU9rlgpdsOz7hblgPM/gDbcRiM8lW+IpTRdUN5vCuFQwsHeWID3XS5vthZwAIBzmDXGtt6a8j7X1CEIure3atlcvb1CklWUxtC+VgfTFasdT0qOpso/kNzTW5bybV/N8UYkEMRgZIpHXdOv3LoDqr3dRbW6rArttru/MK7RgyVUH4Uz1X2ZtWB4yXD4aXbThQZK2H2recg9weW9OaTEqR6jpL4DX1Nu5qLe67cJkKLJhX2kQwcoRtFUXU+pbdRduIzNaW4XXcCAGupCEiMEdu8AVep7J3N1lbzJesW71yAjCBaYeIpcjIV3EGeJpO17SHV2r1m3pbRutpzMJ7z2nwiCYOy2ZWcnb8YrWpgen02mdEZ9Q5v6lPMqjfBO615iTIJLB49FI9KL0vpC7b1nUXyLbXUTxLbbheYqAUBI94eUieOKr+o+yGqDF7dpgFTcsETttW1Kt6722z/ALpFbt9M1TWNuyfHvJqFckhY8MuCsCF3kkHuIjGKbMTFhf1Nu3qdMyu9waZE3kqBsB9wHbI3DcAY+FO9R1Oo8LqLb7Zt+Ku+ZONgk2YODlJ/vSWo1+hQ/hLYuLddTY3DzKviMLyqxnzlH8qnNE0Og0F+4q6ff+WGvXVuyEZAAtxVByrE+ae0Ggft9UQ2NJpyC1prYd79xhutNvYghe+0qcH4VX2ekPpLlnUveN6dQnhxvLNbJK3CfoPU96srnsul9bdlBFliXV1klcAlGce8fe+I/nPq1vWadbfgotuxpRu3KoJNsbTA5z7wwAc9qv8AfQrOquxs6q1qjcZk1KmSpja7AL4K9lKq+B/D8atuj6UWb50d9bbB1N2wyYcRICCQPMQJ+9L9f9pr3hMxseKl+2oRwCRbD5UMvxjB/eHyofT/AGnuXdfpbt2wtndbZSX3bmKggxPukkSBzAPM1P4pK91NNZqrCatURXVlGxmYpB8qufUEAEdpq96foLVu5e0lhWdxbL+Jt3Nb3rBtlpGWXHpn1pf/AO5yIt5r2hJXxnQm2FwjKApuNkBmkdx+lc/1L/6lLcRLdiybF4tm4pG8BZCpJWWLTE5+FPf8TEj7PXXufg2HglZuWxJIKs+STOY7dzXTazpN27cDJrkt3rNvwAm7bI2CWz7jM24EZ7VSp7Wl+lsbxvLe0122txmkMqNckNu5MKODFYvsTbuK72Nbbuv/AKloRBOQWnMjMZiroU1qDVaPTSw/FLf/AApuE5K5KFzyY3YNBtbjp9RbR1YKRbho33HQfmbDMwYBHyq913tHoC7lkKai3DllUBPGRfdQA/tHEkema5gdEtEy7ub7Ib1u0kIJMkneeOJj4d66ysl9ZqStuwLgFt8AE5BQgjcY4IwD8qQt2+LjAOgcrKEAt6MSuY+lE1OpfxWZkuW2RAUCjcxdsMSADPbkDFSKDd4r21BdQQN727hIgEoFGT8KxWjtmwVvEBdnhoYW3BYBv3i3vAmahp0/JYwxUvn3QInndkg/AUuL0YN1rlyQcQrbPQsRv3D4r2+tNXruFWAFHmRVZm3nvlCwDfMCqDbQNwHuqAVAI83wPlG+PTBoyMSd05ODn9Afl2mahJZssrMYM5BTvB93PzzTVlATJn1mRLD4n1qozwd0KATOMcx3itf9NTuPuYP1HarzouiElyZ5XbERPqe+KsTo0/dH2H9qlms2LTdWjdoHiVrdWl1z3T7G38XONtx2B75kj9CPvVOmmGpQLO24gAmAcAQCKs+rarw9Q6g/6qKY/iBjP/bVN0e7tcEmIJU8ERmB/KpGlP1TprJ5GAn6+YVV2el2wZ2SZ7kx9hBNd31mHJJgghSDGBI7RzXL9W2o6BYDBQXPEkliP/aRVz2hnT6glRBjYCACAFROPKvczkfKmMKWBdgBbwYedz52jid2ZnGTzVbpi3acegk8MRz8BP3NPW7267xuCg8eYsSmdz9/kPjWVX2p002WjBsqrmQfOPLg/VsUXS22XTK9y820XGIhzO6yg8BTHmVSCyz8qL01fH0mpJaGW2THcBGVpEiD7s/WkNHpWuFXWPDtW/FuNkC+Q4KW9vCtErHwNSNYI9t10okKBr38iklnQI4O8EnMjcs80W2AdWtohVUk5YgADG0E/AD+VT0GpOp1j3nVrdq2x8K2/l2b3JCDtJaapNVZ36oo7ABndQ3YS3vGe0x9qfRca/TBXt2GursUyLto4ViwgwO8SPtWup9RshgrslxrQPn2giW8mT6gbW9eYI4rl9ZpHtDncrSAwyrbTBKnuJFVT3DGGMk9hjvyal4n1Nek3dJv09izpbrM6sy39rneBc4G6RFuQnlHaPjVb07T27CF9VdDpqEu2L6NLOvgnyKhB5OP0rjwCVM8kH1YCCCOx5E4mrA2bEi5IztvbdrCVQ7XQgIIBMQaxZjS66prmbxDZsHbct6fVXNzQAttgqJgCQSRPpVlrvaK1p7jaZdOyNuUKbTiTdv2itwEnjbvER6Vz3TdUyXCEgIqujMzAzbuS1pIbmCFwPWpaL2ktXwtu5a8S+6gm4QN7ahD+UA3oAefhUC/SdXqLKo943gq3LOwSfOtm663LXPYkkD155prVanWrqblnTXrjWzea3bCkCTv8RlAPBAJ+xFN9S0Sam63iXGKWneFQrEC0L90zxuJLH7031lbdrfd8TwiWt6lQCrN4j2jbKrByCEDbhxn1qyoQ8IaZ7+rvqo33b1oIEnZcVg1pxuxAAmR8KS6RqdP+cZuG86MUMYuJf3K4YQYAYzP/FWaak376Wbji5php7V+9icWLRZ9p5BLEA/Ojau4mitOunO86VVvWXYZCaxisY5VcEfGau4hLTWuo6XRIymLbLduNbU/mKHJAuQPNEBcjAnNWnX9Fqtmla1dF5/w436e2SAUKiXtrugnmT3yYqKe2WmVm1P5r3tPZXTFSPLc8SCWI/ZAIafWPlSnUNWdEPxSWvHW4EGmvFj+VbMlrThT3BMDvn41dqyL3TXrmjGh8zeEulum7II83vW/ExwC20CZmg2Pbb8Sli8kk27dw37AjJiN/mwVHzBpbT9O8a5dbUam2LOpslLSs211SQV2yQBsaOxmKpfwNu1pNRaXxFbhnDBlxBJtMudrQDBms4rb+2VzU6V9Mwt2A3m8QZ3qjBxgCGPHftVprv8A6gKihkFnU+Dbt7m2qGZnG0uP3YIU/XtXEdK6MBaAa2xdz5TnCjkiEMD+dWyKBbUKu2PLua1LP32hjp8/WtXnU10eo9vrc3lSzba1ZRLzEEL4jMASjyPPBYZzxFVPRuq2mvWItizqXc3blxo2JYkv4dsDklQIkYqC9TUND6e0ywBtNtRcH+4wBH0p8+zGl1KM1nfZLDaQhI2x2a2TH2jFXxTSur/A2yNXp7u9y4YWWYELce4RmfMeSflnFJaxbvivcuHwhZ8gZFnfmNqHvIJz2BpTUdMWztsagR4Lh0YKCLyE8Ef5Fbtazbd3E3riz4gJEK7nHu/sgCBia1EGsaxzduGyDZF5QEd8geEokhTyYn9eaUCFEaLTX7quSt5FiFAncBOHBFZeuk4Yt4i3BuC/sWwokqAPj+n1rel1AG8pdaxgwhU7L5WQXMnkkiSCOagYtanfqFi4moN21/5QYg/xqCMj1jtSujbZbUoCLouMjSQRHp4cEifkK2iXGthXs27Tn8xHEJcYAyfCuDBI9DBg0Y21m4ApkKLrXbyxcEESVjntVB0UxtA8Sclk3eUHBkGAR9RVn0/RPdMWyQFwS+QP0mfQVX2bZJMbsgNEQM8mJyp5n48Cuw6NdBspAiMEfxDB/XP1qxmn9PaCKFHA/X1Jqe6hF6j4tVBrzna233oMfODH6xXmX/jTUGRcYgjBERB4II+dek7qr+o9Fs3/APUtqT+9w3/cP6zUv+EuPPv+tm4wL42we2RORihjqKrwSSey/pV71L2HKgmyxYdlmGH9D+lctqemsrQ0qfRlg1na39+LS715jbUv5YBG09wWkRHz+n1qkfqILyxJkySAD8e8D6VG9prhHvAxwCflxI/rQfwLgDcBHaPtV0OabqExG0YjzOScghsRGcfarfS9bNs+98cEKBgDCgjOBnFck1tlO0qZ49ae0XTbrEwmRBIMFhHdVmTTVd9ofbQ21cktfZlKDc0oocQwY8tA4j71V9E0lzVWzbtY8M+Zify/Dyw3TjytP0alem6K0QWvDUXXz5QAqt67jOKtNZ1Y7fCgWLUeWxay9wzAFxuFHqefSs2tJ3tZbsqAhJVCSDx4lxo3P8BAgDtNVdnqhKsXiW+EqBOFM8HEyPSljrsgsm5U8oQMQATwDGY+smO1A/EbR5YnuQeC2PuJolM3uqTaNuTBzBxsIIOAPqJ7zVfprzbmVQSymZiQIn1q405Xcxa2rBtjhgJZQSQQoBwecfw1aHT2ltOGVvz1d7Vwlgy3LblFL7TBBGCO0g030igXQFv9XcqloJKztMbuDM4NZrNItwl7I/LBCGAAGTBJUADAzOJq81em815tRc2iwFtKBLqzvG1iRgrtM/LtStzSh934Qytr8pcGWNwgs8egBPNYtrpOVa2la46PbMW2XxBuzJsAKQROeB96Jc6opD+HbK4/E7lwUJGyB6Ag9qN1DR3rSwqsio3laI8pHnbccAE9jS+n6hZLrLWkj8seYkeEQdwY8Elj64nFZntbM++jnSrp0j2xcuOLbgs6JJ3ypXaVODukj5CoanozvcvobhZ9PaDJOZVAPKPgFYZPpR7GtO0reHik2jd7flm00qAQM4A59KnpNVbBF8MpdYvXImfBveRrM/tMG4GO1WVbybdtNYS89nzPZtW7L+bcmzUALdeBkwH9cGjdJe5a1dnQm5av6dlZWPhjNsAuFuMRPlBDQON1Vdnqf4YlbKq9qw7B32Sbpfd4aXB+0u4+7xxS9vUi0dOWF575uG++CGAaUu2kXk4AOYifSqwe6dqN9i5pQu6613xQIEXLKHcSGPA2KIHyjmov0Sx4Vu5p9UwsC/vh4LIVG2QMBhO2JAwc0IdTsab83T3LwuqLS2mbZDLnelxAMbQY3fAQaquodf8AGdyqWbIYglbaqAY+ZPpMdznmt4mrX2p1FnWXTqPEuMgAmyUPlnHlYTAJA/X1qvIUgBbb21nCKRHzbevPzmkQUaSMk5nfyZ9OPpFNreYEEQCPiBP0iPrWpGKdvXE3G4wkQFMPZ3zxyIgY4rNM0DaUUlfMsEEKD2xcPm+AFLJceCOQTuI3d/hnFFsJddgFQs36x8yePiauCxlfNAcB+Rnt8Bj7zV17NqsuykxAUgqO0wdy9+fvVbpPZu60eIUQfwwx+WMfrXQdP0CWV2oOcknJJ9TRm1LqvTUvptbBGVaJKn1+I9R3ridRZe1cKOzI4EgySpz7y/wkfUGu+30n1PpqX02vggyrDlT6j4diDg0SVwlxpCkbt4lW2YNxTkkH1rVuSEbbvJYCy+4FhEwjLxniSMnBpjXaJ7T7LpPqjL3A/aX5dxyPiKFbs8MQgBYSNrcQRvCdwxjjMis42jtQOwu/nrtLBVRlVGPIZcm0Qe4xTDadgssGVVtkKLlxiDu48F1Ef+lqHprZVECbvOWO7ad6kHIVxlkPBByD2o1rTLI8OESNwG9iTBHlMiFYEHtHwqjLO2QAThVI93BxInmM/D5d66z2fveRlPKt2/iAIP8AOuVsXd0A+XLSBIJnnjEfL610Ps+pHiExkqMHOA0z96Rmrya1voe+tbqrIzXK1voJas31WRZod62riGUMPRgCPsajuqO+g5/qHskDcD2GW2P2lZSVx3WDj5VV9U9m9Sg3Jtf/AGSD3/ZbmuzLVm6pizqvLGduGMEYKnytPc55Pzol7UgKJKuBxJKunwmAcfUelelajTpcEOiuPRgD/Oq4+y2lmfBX6Fo+gBgVMb83m9/qTEyTJ+JY/wBa2usHJJJ+w+PGSfnXoTex+kPNkf8Ac/8A/VbHsjpP/IX7sf8A9qYebz1dYZ8p2HmCccdqkhPOMQZ3DE8d66TrfsxaDxZtkACTtLEDHxmKrB7IOw8kfUVi9yXK78/n11NgOnvhSefL+7ByOJnt6mrl/aO9eAW3EE3h5Vnd4wVWhT/tBHEc1X6H2Lvl4kKMbjnA+A7/ACrveh+za2h5QSe7Nlj/AGHwFc+v15n+u3H/AD9dffUVPT/Zh7p/PZtmNtkNgQIG8g5P17muv0HRFRQFUADgAQBT+i0YUU07hRXnvV6+vdxxzx8Dt9OVhDARGcD+Vcd1/wBgrJnwhsMhvL7sg58vyrrW1hJqD3RGTUmz46XmdT/05fS+wdwWo/EswZt7QsBwRG1szHyiuZ617OvpbDq+baubkqDJkbVVvQKTumYxkV6jo9ettYkR6ET9qo/a/rFr8Nd3QZRhxzIgD45iu/l8ebr8J7ee3+p6ddM9u1d3uQqsfAZd53C54u/fO4e7BEY+VL3/AGv1LpbXxICBgpBwQ+CC5ypgEYNcvbeI+n+D0pgarvx6xGfmvB/nXoyPm2pG9E8ruz2IwZEVJdQT+3/7RSxb6fLj7GpW/vVFjauNOLh+39qtNPcfndP0NVOntZ4qztr/AJn9AKhT1l3YhVgsxgc/34HP0rs9DoVtLtX6k8sfUmq7oPSPCXc/vsOP3QYO35+v2q2mq5WibqzdQ5rJqsibqzdQ5rW6gjrNKt1dresgjBVhwynsa5LUaBrTbXXdGVY+6wmTAHHxHY5rr91C1FpXXawkf5x6H40WXHKbeThmYsTL4GI4x5uIacxRgoklSJEHgbZGDKtzI9DTOq6U1sysuvwHmH0/aHy+1CstP6cfD1+mKjel0XIFwQBxiBkdiOM+sVd9AXyu0yGIA/8ATM575J+1K27RJgATxPYD1NW9m2EUKOAIoz1TG6om5Q91ZuqsClq0XoRao7qqCm5Wt9D3VqaAm+t7qFurc0BN1Zuoc1k1BPdWmeozS+uuQn1A/Wp1clrXHPlZEraT74MEzjv86ftXVPlQR6+vyqsXUHbROnud0182226+9zzJJHQaewD2qzs2IpPS3BinkvgUdNTcQKS1Mninbl24fdVfqRVH1fqD25DJJMxtzJ/pVtZVvVOuLZVi5ggEZ9YwBVMntSNo84OPWqTqe+87G4fWB+7Haqmxo5NdJzM1nnu66bVe0LMDsBb5Y/nXM9T173yokgAjGcHOT6V0HSNJNH6n0nYysAIJg/HuJqyyH68ddTJVfoPZFb6gvg/vKIJ+JHFP/wDgzTbArA7lEFgYLfOrfQuAooWtQ5YHFPOpP+fn+xTa32asH3VAPwxSFr2YUttAYT3B/vVv4k8Va6LTbRJ5P6Vrjy6rl+9/P8+fk1Up7E2h/wDkefht/tVtoOkW7PuiW/eaCfoYx9KZms3V6nyL1aJure6hzWTRNT3Vm6oTWt1DRN1ZND3Vk0RPdWt1QLVrdQE3UG5YUmSqk+pAqRatTQSQACAAB8KlNDms3UBJrW6obqzdVH//2Q==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320675" y="-579438"/>
            <a:ext cx="3000375" cy="152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sz="2400"/>
          </a:p>
        </p:txBody>
      </p:sp>
      <p:sp>
        <p:nvSpPr>
          <p:cNvPr id="17414" name="AutoShape 8" descr="data:image/jpeg;base64,/9j/4AAQSkZJRgABAQAAAQABAAD/2wCEAAkGBhQSERQUEhQVFRUUGBgUFxcWFxcYGRYXFBQVFxYYFBcXHCYfGBwjGRQUHy8gIycpLCwsFh4xNTAqNScrLCkBCQoKDgwOFA8PFykcHBwpKSksLCkpKSksLCkpKSwpKSkpKSkpKSkpKSkpLDUsKSkpKSw1KSksKSkpMCksKSwpKf/AABEIAKABOwMBIgACEQEDEQH/xAAbAAACAgMBAAAAAAAAAAAAAAADBAIFAAEGB//EAEAQAAIBAwMCAwYDBwMCBQUAAAECEQADIQQSMQVBEyJRBjJhcYGRFCOhQlJiscHR8DNy4RWSFlOCovEHF0PC0v/EABkBAQEBAQEBAAAAAAAAAAAAAAABAgMEBf/EAB8RAQEBAQADAQEBAQEAAAAAAAABEQISITEDQWEEIv/aAAwDAQACEQMRAD8A4e7bJEQaxOmMeR9KNcdiPeP3pFnPesGyHl0bj0HzI/vWzpsiXUfX+1BsL3qVwZFF01b09sHLz8gf7UcraH7xpRbORRXFRZ0LcZIwsfahXXECFqQFT2VMXyoZ4oVm+TI+NGcYqFu3EmieTDcM1JiajOamRUPIDOM1m3NFVK21uiaUupDUS3axRNQnepW1q6zpcW63tphVqS26aulXFA1lrFPXLVDuLiiaStny0N7c0yU8tRtLkUTURYNZdt4q4s9Gdl3YA7AmCf8APjQNR0x1yR9iDHzjirlVWWrfFTNuiqlZdWspoGyg3VphRUNmaJqOnTFGvCBUraRWtR2q6ugqKmEzWWxU0qJoYt0UW8VICpqMUa0Dbms8PJou3NT2c1mppYrihFaZKUN1qypodpaLWrQohFa0P3dMO1KX9JzTHi1INIqml7aYFRNvNMgYrbJQZaXipvbzQ+KlvqausiDRIoRNED0XW3WoBakz1ANUpobLRoqE0TtREF5qTVA1jNQ1q5WKMitTRIoa3Fbtjmomi27Zgn/IoNizPFBFiTH+RTdlSO2eI7//AAakYBIBEDLNiDHIWfr84rUjWEjoQGz7o/r2Pxp21ZXeDClycD0JiCZx9O1RAbciqCHZgUysKCZO+eDwc1sEw+0tsHlvvtBG4v8Asx2nt3rcMNLcgxOR7xMQCJkZ/nRBcBkRIyDkenrxE9zzSgYEEbiloRzlrhE7W2/H4YFSN3gv5QSPylncogHdDYIJHea0JXNEjzOCYz3zwc9jVXrunlD6jsY/QjsaubSnAncW2wqkGQw5wDDcDOfhTo0m5WDjylcnmDJAYZnBjBzz8qzZqY4xEzFaa35qbu6co5U8gkfY1BlrkygVoN8cUyBih3EyKiB2kxWiIooodyqJqMVgrE4rYFFYozRGGDWgtZc4rNRCMVBloqjFaK1YAWBWGiIOagVqh5tOe2a14JAn+tdU3RMCAD64/lW09nxEbe31rphjl7VkkelEFgkcGurs9CG2Ij9f5mKJZ6KsN3yP8gCmLjk/wJMZqa9Lb/nt9Zrr16IcAD/PoKZt+z4HOf7+uSKYY4VtFHPPOP8AjioJpcT/AFyPpXf3ugBvpnnn9aT/AOiAIYwO/GfnTxXHC3ARUA1ddd9nAPNz85I+0VX6joig5b7Ke/as+LOKCaIGpy90+DAP1Ij+ZpdLWeCfsM+tZswCrIoz6c8Dn4Z/lUk0D/ux84H86YFgKNaEsKMOnt3/AEk1ngkTHxAJxE94BrU5qyJWrXlI5JO36/4f0okcx7qAEmD5gCIHAweTPbFRt7htKx5QREYIiCSSfe4x6RS9242QCczhe8+vyj9K1I2YW6wICiHf3DuIKqZBEd9wMfIUN3960rABPMAw/wBS4IEHHIlo+VCd3dlkFiMAkAHAntyB6mp+IzXZtozs8eVlneYgmBEfOqNpaRiqJOBu1AYxJtnIRu8icDvU7FpXD3VQm3JVdMrEsIHld47A57+lK3HXwzbCZB37iciMGJjE/GjJc33EdHNu43kLTG0RA/TH0oCNflQ7E3LhXw7jupC6baRt2kCCwHA7fOjvrQGJFy5JYJ+IIMuhAkLbOTz8z8KEzKLR0zz+Uxa0Ez4zscB/vP1NNNqnIW94yve0489u4AqWhwdoEbzx9vlTQTRgACPJp5YeKdy+KVkqCBOZ9BXS+zmjW4qlgFtNADvA3sMEIQZJmTAyeTAGeas2wTcYgszEXPGvxas2wxB3LbOW+GPpVyNVHnlrhb8sai6oW1IEgaeyo3TI9771VhH276YEuLcQghhBiSAVx7xwTj9K5eK6frnVTcsEEsfMAJJxIDEEH4kntXMxXLr6x19RioNRaEaywga0wrdxaxBRGRUVNEIqIWhqamtNURWyc0XWxWGsrGoIxWitTFaoPZz0/wCX2J/malb0Hbj7f0p4IK3t+Veh1IpoRP8A8UQaMZz+tNBa2KBddOO2KIbNEit0C50oj1oY0AAgYpusoKy70mf+TSmp6SBloAHJ4/U0x1r2itacHcZb0HP19K4Lq3tZcvmFwJwBQWPUTZU+WD8ZP9TVLe1VscCfvH24/SkoZp3T2P0OQ3qRE/cVP8CSASAJKwJ53AkbR9qYz6YeqEmFEdgM8+ketCfWv8Z4jj51PTWUk72NsCYKruLN3iOImZ4qL6W5uI2kHZ4h8yD8uJLAzyfSoqQW4wUwYYwCeJGTzQs7feOcEAEwe2Zz2qyXSKEHiuoLoGTY24BRJ/MAEiePrW9C9wQFbbAN0kqBIGVhiAWIIGOB9KJqv0qlmhPMSYXchAwPMxziPrQHueZvd5xtWQQJ908wf609pbyTbN0vc85BtyUADZ3huxLGSIqFrTuHayC6XGcIEYhVAkkhyeM7Tx3+9NAu3YRQ1tYadr+YQGI5I52/HiazSaRnZlSG2CGZXheYHmPA4qx1PSr6ghnPg27jFg8wCFkllGR2H1BxSDaS5e8Nj4YLnw0EBASoBlu0GYn1FaND1VhgzYKqTBg7wAMMJGDntS89tsEwZiIAGABxmZmrGzpz5rdyUt213OiP5iOzqOG9SOwpC3e8R8sdxYEXHMAIBHm+PFZxZU7Oo8MKU94NO/4AcR86dXUJ4/iuFeGA92EwBJjktSXUNX4l59zLJIG4EhAB6AyYj0qV6yboe5+XttxbYpCgDhWC8mY5ipir0MouM99N3jGLVwlWdCDgKnupyOf1omv1RTcbnnuCEdnYOXBXG1mErHBCAADk9qqPxSl/N+YiAeGDgkgjJH3o66FrpLIFzliSOfXuRWbbP4X0RuXS3JP1Mx6/yqG2ry17LuNrblj07/bvTz+yZLy2QciBtB+BrHjb9c81ywTE/pQ9nauwuezieij4Zn6Upd6UghQxB+Q/maeNMcy6VHbV3quhkCVMgetVL2iO1SxnAqiaIVqEVERFYRU4qNFZNaJrdaNMGKcVk1FTWA0R7yK3UJrJru7pg1k1CayaCZas3VDdVZ1j2gtaZZuHPZRyf7D40Fle1CqCzEADkmuF9ovb+ZTT47bu5+XpXMe0HtXc1LeZtqdlBwB/Wqu06wf8zQGv6hmYm42e8mp6fUKAd3biAck4j4ck1micB57jufd3EgAH0FMro7u4i1ubedsQIYnuQe3JB9B2oLWxetskhip/ZQKSxDKAWPfaAGkCi9QW2rbHcLLsxcL5dqr5QgjDGeO2JqovuUth7ilvEUrbdCFe2yHBAnzL2+pqw6fZs3FDsGSzaQC+GJP5j7groeVk7PtNYtTANIbSuHZtwUTEElyTG15wMTPzFM2LaX2K20FrexWy2TMx+SxiOGx6fWn9BpQ58Y2wmnd1N0BpNvwVlTPbcY5Hp61X/wDUCVcWE2XHe5qI5AtgMVFsdn2kgkdlqauNWT+I1CWx4Vgw1vcs7SqzuknknJk/ChXNQHVkuzFhHax4YhGhhJbuQ0TP3ow1Z0+mFu5bt3FvJ4li4clC8Lcg8zEeX6zTaarUaa1at7bbq7flXQguN4J8z7fVTuEzBGfpdTFa/XXKXLt1d18C2UfYCFRpEARCkYINbu6hXFx9XauG+qCykgjxXZSUd/Qoon+IRRdLrbuit3wnheILotXQ3mIRQ2zaDyhJMnnj1qyvNrNVZs3QEYol1YPlPje6FKmBvNthsxmKGKjp3Uri2/Ea8z+Jc36iyBJNoQuZHeSIEYjIqFx1uTq7iDwFY2BaQlWUoPygZ5wSxz2M01Y9mdZoyl+2ykKN11QcopTc63UbO31NLdULXr4a9ZVBZFttQVY7WW6wPiACCNwaMfvVrTArWmRXSzZHnu2/PeZoXw7klmVQMeUET39M0DRWTdskXLm2xZzuCiQznyKvdp5j4dqsW1qD8RFk2TqUR9P5SzBHHhlAeyQCfoMUTQrZ02ltMQ11bjs770xbe1AwBBJ478GnlUxWPct37yhbT3YhAohQdoy5K/TvReqdAFnVLbYEIw3AqC8ArLMBPCnFNdOW7de7cIGisBPzXUFVKFj5be6RJMyBztrNdYv2798WnYs8WlBUMzptIdVXMLwcH+sPJMqmbV2/AURcZ1ZggYym053QCIMdqYtWjcXxrNxAwB3rIt5En8teCu0feuv6WSl0KlpLdsBXU3AFAJUB3liZIG7GK5/qWhfS3Deui3dF1wFvJwo3Bvy0wOJ7VqWWntPSddvJbR2i4Lk7QI3KVJkMo+VWmm9u7bYuoVgcg/0/5oNp7QFzV2A1liXFu1eIXxjt3MVAMkDHwPE0Dp2k0urNtbjG1qbgbeoDFdwDMHcnCyAJ9Iirsq66bS9Z0zDF1RPY4++KP4Vl8h0z6Ff71yr6dLli9qEtC8LCCybjgqjdla0qwWIjkxEik+meyV29bV0t3GVGCXAYDGWG7Z2ZQvcE5manpddvd0YKlQyx9K53qb2bcq16yI5AAY/WJj60n1joWmt3rqIXRrePCuLl2IlPDAJLLtjHyqnPS7h8e6yKRbHnWdphogqo5x9KYZFg/UtNEYbt7hGT24GaTv8A4d42MwPG0Kx+1Vl60QFE7vE2kFeG2xhgR7wxnvUt5YEncFV23JbAkXIww7gE81myGRO6gltskL7xx5e2RzWm05BOODB4wYnmo27khJ3MSYKCLZYerMJBim7AMbQGN22xCoNp8n+9feOe9TxjPjAF0/qD9q1cs/Ax8qex5o+cyxg91bHNTttB+PJ7fTNPGHjFOwreyrPV6SRK89xSgQ+tYsxzsezb6zfS5u1niV2dh99QuagAEkgAdyYArl7ntUWZ1tgDaSsmeQcmuR671R3P5m5u4DOSufQVNV1nXPbtE8ljzt+8OB98V591XqviOTcLMx59Pucmk9XfdVZx2iflP8piqW/1Rt3E+mZ5+VB0NuzMEKQpmCRzHIn6imfCAWTztLDHMGIIpfo7bkdyCFgqscG40CR/tE/cVYg++gIH5ZXdnJwW90GfT0oNNtUboLbgWGzvIk7vQDPFO2/Et7Fdh5lXUG4oJa0CpVAe0Rt7d6JY327ClCA6brUkCNt5TO+cYIIn41Y6z2av2dyhmuKtyzpgFgC4jKHifgzCPhQctrU3hSoZCgE8kb2Mjb6TE1b6TT6nTDxbqK9nVKbd22TgHdMuoIKHuDTuk6XabYZuJc3Pc3yCAlsHb5SYLqEchSZMD1qq6hYLOhtkIbgDiNxCghQpdiZLMSGI7A1L7If12k2+MlkvhV07bj/qE7ritjtCR/EIOCafvdWuIC/hDB0l1rigf6LJtZWbkSRMD+IU9rlgpdsOz7hblgPM/gDbcRiM8lW+IpTRdUN5vCuFQwsHeWID3XS5vthZwAIBzmDXGtt6a8j7X1CEIure3atlcvb1CklWUxtC+VgfTFasdT0qOpso/kNzTW5bybV/N8UYkEMRgZIpHXdOv3LoDqr3dRbW6rArttru/MK7RgyVUH4Uz1X2ZtWB4yXD4aXbThQZK2H2recg9weW9OaTEqR6jpL4DX1Nu5qLe67cJkKLJhX2kQwcoRtFUXU+pbdRduIzNaW4XXcCAGupCEiMEdu8AVep7J3N1lbzJesW71yAjCBaYeIpcjIV3EGeJpO17SHV2r1m3pbRutpzMJ7z2nwiCYOy2ZWcnb8YrWpgen02mdEZ9Q5v6lPMqjfBO615iTIJLB49FI9KL0vpC7b1nUXyLbXUTxLbbheYqAUBI94eUieOKr+o+yGqDF7dpgFTcsETttW1Kt6722z/ALpFbt9M1TWNuyfHvJqFckhY8MuCsCF3kkHuIjGKbMTFhf1Nu3qdMyu9waZE3kqBsB9wHbI3DcAY+FO9R1Oo8LqLb7Zt+Ku+ZONgk2YODlJ/vSWo1+hQ/hLYuLddTY3DzKviMLyqxnzlH8qnNE0Og0F+4q6ff+WGvXVuyEZAAtxVByrE+ae0Ggft9UQ2NJpyC1prYd79xhutNvYghe+0qcH4VX2ekPpLlnUveN6dQnhxvLNbJK3CfoPU96srnsul9bdlBFliXV1klcAlGce8fe+I/nPq1vWadbfgotuxpRu3KoJNsbTA5z7wwAc9qv8AfQrOquxs6q1qjcZk1KmSpja7AL4K9lKq+B/D8atuj6UWb50d9bbB1N2wyYcRICCQPMQJ+9L9f9pr3hMxseKl+2oRwCRbD5UMvxjB/eHyofT/AGnuXdfpbt2wtndbZSX3bmKggxPukkSBzAPM1P4pK91NNZqrCatURXVlGxmYpB8qufUEAEdpq96foLVu5e0lhWdxbL+Jt3Nb3rBtlpGWXHpn1pf/AO5yIt5r2hJXxnQm2FwjKApuNkBmkdx+lc/1L/6lLcRLdiybF4tm4pG8BZCpJWWLTE5+FPf8TEj7PXXufg2HglZuWxJIKs+STOY7dzXTazpN27cDJrkt3rNvwAm7bI2CWz7jM24EZ7VSp7Wl+lsbxvLe0122txmkMqNckNu5MKODFYvsTbuK72Nbbuv/AKloRBOQWnMjMZiroU1qDVaPTSw/FLf/AApuE5K5KFzyY3YNBtbjp9RbR1YKRbho33HQfmbDMwYBHyq913tHoC7lkKai3DllUBPGRfdQA/tHEkema5gdEtEy7ub7Ib1u0kIJMkneeOJj4d66ysl9ZqStuwLgFt8AE5BQgjcY4IwD8qQt2+LjAOgcrKEAt6MSuY+lE1OpfxWZkuW2RAUCjcxdsMSADPbkDFSKDd4r21BdQQN727hIgEoFGT8KxWjtmwVvEBdnhoYW3BYBv3i3vAmahp0/JYwxUvn3QInndkg/AUuL0YN1rlyQcQrbPQsRv3D4r2+tNXruFWAFHmRVZm3nvlCwDfMCqDbQNwHuqAVAI83wPlG+PTBoyMSd05ODn9Afl2mahJZssrMYM5BTvB93PzzTVlATJn1mRLD4n1qozwd0KATOMcx3itf9NTuPuYP1HarzouiElyZ5XbERPqe+KsTo0/dH2H9qlms2LTdWjdoHiVrdWl1z3T7G38XONtx2B75kj9CPvVOmmGpQLO24gAmAcAQCKs+rarw9Q6g/6qKY/iBjP/bVN0e7tcEmIJU8ERmB/KpGlP1TprJ5GAn6+YVV2el2wZ2SZ7kx9hBNd31mHJJgghSDGBI7RzXL9W2o6BYDBQXPEkliP/aRVz2hnT6glRBjYCACAFROPKvczkfKmMKWBdgBbwYedz52jid2ZnGTzVbpi3acegk8MRz8BP3NPW7267xuCg8eYsSmdz9/kPjWVX2p002WjBsqrmQfOPLg/VsUXS22XTK9y820XGIhzO6yg8BTHmVSCyz8qL01fH0mpJaGW2THcBGVpEiD7s/WkNHpWuFXWPDtW/FuNkC+Q4KW9vCtErHwNSNYI9t10okKBr38iklnQI4O8EnMjcs80W2AdWtohVUk5YgADG0E/AD+VT0GpOp1j3nVrdq2x8K2/l2b3JCDtJaapNVZ36oo7ABndQ3YS3vGe0x9qfRca/TBXt2GursUyLto4ViwgwO8SPtWup9RshgrslxrQPn2giW8mT6gbW9eYI4rl9ZpHtDncrSAwyrbTBKnuJFVT3DGGMk9hjvyal4n1Nek3dJv09izpbrM6sy39rneBc4G6RFuQnlHaPjVb07T27CF9VdDpqEu2L6NLOvgnyKhB5OP0rjwCVM8kH1YCCCOx5E4mrA2bEi5IztvbdrCVQ7XQgIIBMQaxZjS66prmbxDZsHbct6fVXNzQAttgqJgCQSRPpVlrvaK1p7jaZdOyNuUKbTiTdv2itwEnjbvER6Vz3TdUyXCEgIqujMzAzbuS1pIbmCFwPWpaL2ktXwtu5a8S+6gm4QN7ahD+UA3oAefhUC/SdXqLKo943gq3LOwSfOtm663LXPYkkD155prVanWrqblnTXrjWzea3bCkCTv8RlAPBAJ+xFN9S0Sam63iXGKWneFQrEC0L90zxuJLH7031lbdrfd8TwiWt6lQCrN4j2jbKrByCEDbhxn1qyoQ8IaZ7+rvqo33b1oIEnZcVg1pxuxAAmR8KS6RqdP+cZuG86MUMYuJf3K4YQYAYzP/FWaak376Wbji5php7V+9icWLRZ9p5BLEA/Ojau4mitOunO86VVvWXYZCaxisY5VcEfGau4hLTWuo6XRIymLbLduNbU/mKHJAuQPNEBcjAnNWnX9Fqtmla1dF5/w436e2SAUKiXtrugnmT3yYqKe2WmVm1P5r3tPZXTFSPLc8SCWI/ZAIafWPlSnUNWdEPxSWvHW4EGmvFj+VbMlrThT3BMDvn41dqyL3TXrmjGh8zeEulum7II83vW/ExwC20CZmg2Pbb8Sli8kk27dw37AjJiN/mwVHzBpbT9O8a5dbUam2LOpslLSs211SQV2yQBsaOxmKpfwNu1pNRaXxFbhnDBlxBJtMudrQDBms4rb+2VzU6V9Mwt2A3m8QZ3qjBxgCGPHftVprv8A6gKihkFnU+Dbt7m2qGZnG0uP3YIU/XtXEdK6MBaAa2xdz5TnCjkiEMD+dWyKBbUKu2PLua1LP32hjp8/WtXnU10eo9vrc3lSzba1ZRLzEEL4jMASjyPPBYZzxFVPRuq2mvWItizqXc3blxo2JYkv4dsDklQIkYqC9TUND6e0ywBtNtRcH+4wBH0p8+zGl1KM1nfZLDaQhI2x2a2TH2jFXxTSur/A2yNXp7u9y4YWWYELce4RmfMeSflnFJaxbvivcuHwhZ8gZFnfmNqHvIJz2BpTUdMWztsagR4Lh0YKCLyE8Ef5Fbtazbd3E3riz4gJEK7nHu/sgCBia1EGsaxzduGyDZF5QEd8geEokhTyYn9eaUCFEaLTX7quSt5FiFAncBOHBFZeuk4Yt4i3BuC/sWwokqAPj+n1rel1AG8pdaxgwhU7L5WQXMnkkiSCOagYtanfqFi4moN21/5QYg/xqCMj1jtSujbZbUoCLouMjSQRHp4cEifkK2iXGthXs27Tn8xHEJcYAyfCuDBI9DBg0Y21m4ApkKLrXbyxcEESVjntVB0UxtA8Sclk3eUHBkGAR9RVn0/RPdMWyQFwS+QP0mfQVX2bZJMbsgNEQM8mJyp5n48Cuw6NdBspAiMEfxDB/XP1qxmn9PaCKFHA/X1Jqe6hF6j4tVBrzna233oMfODH6xXmX/jTUGRcYgjBERB4II+dek7qr+o9Fs3/APUtqT+9w3/cP6zUv+EuPPv+tm4wL42we2RORihjqKrwSSey/pV71L2HKgmyxYdlmGH9D+lctqemsrQ0qfRlg1na39+LS715jbUv5YBG09wWkRHz+n1qkfqILyxJkySAD8e8D6VG9prhHvAxwCflxI/rQfwLgDcBHaPtV0OabqExG0YjzOScghsRGcfarfS9bNs+98cEKBgDCgjOBnFck1tlO0qZ49ae0XTbrEwmRBIMFhHdVmTTVd9ofbQ21cktfZlKDc0oocQwY8tA4j71V9E0lzVWzbtY8M+Zify/Dyw3TjytP0alem6K0QWvDUXXz5QAqt67jOKtNZ1Y7fCgWLUeWxay9wzAFxuFHqefSs2tJ3tZbsqAhJVCSDx4lxo3P8BAgDtNVdnqhKsXiW+EqBOFM8HEyPSljrsgsm5U8oQMQATwDGY+smO1A/EbR5YnuQeC2PuJolM3uqTaNuTBzBxsIIOAPqJ7zVfprzbmVQSymZiQIn1q405Xcxa2rBtjhgJZQSQQoBwecfw1aHT2ltOGVvz1d7Vwlgy3LblFL7TBBGCO0g030igXQFv9XcqloJKztMbuDM4NZrNItwl7I/LBCGAAGTBJUADAzOJq81em815tRc2iwFtKBLqzvG1iRgrtM/LtStzSh934Qytr8pcGWNwgs8egBPNYtrpOVa2la46PbMW2XxBuzJsAKQROeB96Jc6opD+HbK4/E7lwUJGyB6Ag9qN1DR3rSwqsio3laI8pHnbccAE9jS+n6hZLrLWkj8seYkeEQdwY8Elj64nFZntbM++jnSrp0j2xcuOLbgs6JJ3ypXaVODukj5CoanozvcvobhZ9PaDJOZVAPKPgFYZPpR7GtO0reHik2jd7flm00qAQM4A59KnpNVbBF8MpdYvXImfBveRrM/tMG4GO1WVbybdtNYS89nzPZtW7L+bcmzUALdeBkwH9cGjdJe5a1dnQm5av6dlZWPhjNsAuFuMRPlBDQON1Vdnqf4YlbKq9qw7B32Sbpfd4aXB+0u4+7xxS9vUi0dOWF575uG++CGAaUu2kXk4AOYifSqwe6dqN9i5pQu6613xQIEXLKHcSGPA2KIHyjmov0Sx4Vu5p9UwsC/vh4LIVG2QMBhO2JAwc0IdTsab83T3LwuqLS2mbZDLnelxAMbQY3fAQaquodf8AGdyqWbIYglbaqAY+ZPpMdznmt4mrX2p1FnWXTqPEuMgAmyUPlnHlYTAJA/X1qvIUgBbb21nCKRHzbevPzmkQUaSMk5nfyZ9OPpFNreYEEQCPiBP0iPrWpGKdvXE3G4wkQFMPZ3zxyIgY4rNM0DaUUlfMsEEKD2xcPm+AFLJceCOQTuI3d/hnFFsJddgFQs36x8yePiauCxlfNAcB+Rnt8Bj7zV17NqsuykxAUgqO0wdy9+fvVbpPZu60eIUQfwwx+WMfrXQdP0CWV2oOcknJJ9TRm1LqvTUvptbBGVaJKn1+I9R3ridRZe1cKOzI4EgySpz7y/wkfUGu+30n1PpqX02vggyrDlT6j4diDg0SVwlxpCkbt4lW2YNxTkkH1rVuSEbbvJYCy+4FhEwjLxniSMnBpjXaJ7T7LpPqjL3A/aX5dxyPiKFbs8MQgBYSNrcQRvCdwxjjMis42jtQOwu/nrtLBVRlVGPIZcm0Qe4xTDadgssGVVtkKLlxiDu48F1Ef+lqHprZVECbvOWO7ad6kHIVxlkPBByD2o1rTLI8OESNwG9iTBHlMiFYEHtHwqjLO2QAThVI93BxInmM/D5d66z2fveRlPKt2/iAIP8AOuVsXd0A+XLSBIJnnjEfL610Ps+pHiExkqMHOA0z96Rmrya1voe+tbqrIzXK1voJas31WRZod62riGUMPRgCPsajuqO+g5/qHskDcD2GW2P2lZSVx3WDj5VV9U9m9Sg3Jtf/AGSD3/ZbmuzLVm6pizqvLGduGMEYKnytPc55Pzol7UgKJKuBxJKunwmAcfUelelajTpcEOiuPRgD/Oq4+y2lmfBX6Fo+gBgVMb83m9/qTEyTJ+JY/wBa2usHJJJ+w+PGSfnXoTex+kPNkf8Ac/8A/VbHsjpP/IX7sf8A9qYebz1dYZ8p2HmCccdqkhPOMQZ3DE8d66TrfsxaDxZtkACTtLEDHxmKrB7IOw8kfUVi9yXK78/n11NgOnvhSefL+7ByOJnt6mrl/aO9eAW3EE3h5Vnd4wVWhT/tBHEc1X6H2Lvl4kKMbjnA+A7/ACrveh+za2h5QSe7Nlj/AGHwFc+v15n+u3H/AD9dffUVPT/Zh7p/PZtmNtkNgQIG8g5P17muv0HRFRQFUADgAQBT+i0YUU07hRXnvV6+vdxxzx8Dt9OVhDARGcD+Vcd1/wBgrJnwhsMhvL7sg58vyrrW1hJqD3RGTUmz46XmdT/05fS+wdwWo/EswZt7QsBwRG1szHyiuZ617OvpbDq+baubkqDJkbVVvQKTumYxkV6jo9ettYkR6ET9qo/a/rFr8Nd3QZRhxzIgD45iu/l8ebr8J7ee3+p6ddM9u1d3uQqsfAZd53C54u/fO4e7BEY+VL3/AGv1LpbXxICBgpBwQ+CC5ypgEYNcvbeI+n+D0pgarvx6xGfmvB/nXoyPm2pG9E8ruz2IwZEVJdQT+3/7RSxb6fLj7GpW/vVFjauNOLh+39qtNPcfndP0NVOntZ4qztr/AJn9AKhT1l3YhVgsxgc/34HP0rs9DoVtLtX6k8sfUmq7oPSPCXc/vsOP3QYO35+v2q2mq5WibqzdQ5rJqsibqzdQ5rW6gjrNKt1dresgjBVhwynsa5LUaBrTbXXdGVY+6wmTAHHxHY5rr91C1FpXXawkf5x6H40WXHKbeThmYsTL4GI4x5uIacxRgoklSJEHgbZGDKtzI9DTOq6U1sysuvwHmH0/aHy+1CstP6cfD1+mKjel0XIFwQBxiBkdiOM+sVd9AXyu0yGIA/8ATM575J+1K27RJgATxPYD1NW9m2EUKOAIoz1TG6om5Q91ZuqsClq0XoRao7qqCm5Wt9D3VqaAm+t7qFurc0BN1Zuoc1k1BPdWmeozS+uuQn1A/Wp1clrXHPlZEraT74MEzjv86ftXVPlQR6+vyqsXUHbROnud0182226+9zzJJHQaewD2qzs2IpPS3BinkvgUdNTcQKS1Mninbl24fdVfqRVH1fqD25DJJMxtzJ/pVtZVvVOuLZVi5ggEZ9YwBVMntSNo84OPWqTqe+87G4fWB+7Haqmxo5NdJzM1nnu66bVe0LMDsBb5Y/nXM9T173yokgAjGcHOT6V0HSNJNH6n0nYysAIJg/HuJqyyH68ddTJVfoPZFb6gvg/vKIJ+JHFP/wDgzTbArA7lEFgYLfOrfQuAooWtQ5YHFPOpP+fn+xTa32asH3VAPwxSFr2YUttAYT3B/vVv4k8Va6LTbRJ5P6Vrjy6rl+9/P8+fk1Up7E2h/wDkefht/tVtoOkW7PuiW/eaCfoYx9KZms3V6nyL1aJure6hzWTRNT3Vm6oTWt1DRN1ZND3Vk0RPdWt1QLVrdQE3UG5YUmSqk+pAqRatTQSQACAAB8KlNDms3UBJrW6obqzdVH//2Q==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473075" y="-427038"/>
            <a:ext cx="3000375" cy="152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sz="2400"/>
          </a:p>
        </p:txBody>
      </p:sp>
      <p:sp>
        <p:nvSpPr>
          <p:cNvPr id="17415" name="AutoShape 10" descr="data:image/jpeg;base64,/9j/4AAQSkZJRgABAQAAAQABAAD/2wCEAAkGBhQSERQUEhQVFRUUGBgUFxcWFxcYGRYXFBQVFxYYFBcXHCYfGBwjGRQUHy8gIycpLCwsFh4xNTAqNScrLCkBCQoKDgwOFA8PFykcHBwpKSksLCkpKSksLCkpKSwpKSkpKSkpKSkpKSkpLDUsKSkpKSw1KSksKSkpMCksKSwpKf/AABEIAKABOwMBIgACEQEDEQH/xAAbAAACAgMBAAAAAAAAAAAAAAADBAIFAAEGB//EAEAQAAIBAwMCAwYDBwMCBQUAAAECEQADIQQSMQVBEyJRBjJhcYGRFCOhQlJiscHR8DNy4RWSFlOCovEHF0PC0v/EABkBAQEBAQEBAAAAAAAAAAAAAAABAgMEBf/EAB8RAQEBAQADAQEBAQEAAAAAAAABEQISITEDQWEEIv/aAAwDAQACEQMRAD8A4e7bJEQaxOmMeR9KNcdiPeP3pFnPesGyHl0bj0HzI/vWzpsiXUfX+1BsL3qVwZFF01b09sHLz8gf7UcraH7xpRbORRXFRZ0LcZIwsfahXXECFqQFT2VMXyoZ4oVm+TI+NGcYqFu3EmieTDcM1JiajOamRUPIDOM1m3NFVK21uiaUupDUS3axRNQnepW1q6zpcW63tphVqS26aulXFA1lrFPXLVDuLiiaStny0N7c0yU8tRtLkUTURYNZdt4q4s9Gdl3YA7AmCf8APjQNR0x1yR9iDHzjirlVWWrfFTNuiqlZdWspoGyg3VphRUNmaJqOnTFGvCBUraRWtR2q6ugqKmEzWWxU0qJoYt0UW8VICpqMUa0Dbms8PJou3NT2c1mppYrihFaZKUN1qypodpaLWrQohFa0P3dMO1KX9JzTHi1INIqml7aYFRNvNMgYrbJQZaXipvbzQ+KlvqausiDRIoRNED0XW3WoBakz1ANUpobLRoqE0TtREF5qTVA1jNQ1q5WKMitTRIoa3Fbtjmomi27Zgn/IoNizPFBFiTH+RTdlSO2eI7//AAakYBIBEDLNiDHIWfr84rUjWEjoQGz7o/r2Pxp21ZXeDClycD0JiCZx9O1RAbciqCHZgUysKCZO+eDwc1sEw+0tsHlvvtBG4v8Asx2nt3rcMNLcgxOR7xMQCJkZ/nRBcBkRIyDkenrxE9zzSgYEEbiloRzlrhE7W2/H4YFSN3gv5QSPylncogHdDYIJHea0JXNEjzOCYz3zwc9jVXrunlD6jsY/QjsaubSnAncW2wqkGQw5wDDcDOfhTo0m5WDjylcnmDJAYZnBjBzz8qzZqY4xEzFaa35qbu6co5U8gkfY1BlrkygVoN8cUyBih3EyKiB2kxWiIooodyqJqMVgrE4rYFFYozRGGDWgtZc4rNRCMVBloqjFaK1YAWBWGiIOagVqh5tOe2a14JAn+tdU3RMCAD64/lW09nxEbe31rphjl7VkkelEFgkcGurs9CG2Ij9f5mKJZ6KsN3yP8gCmLjk/wJMZqa9Lb/nt9Zrr16IcAD/PoKZt+z4HOf7+uSKYY4VtFHPPOP8AjioJpcT/AFyPpXf3ugBvpnnn9aT/AOiAIYwO/GfnTxXHC3ARUA1ddd9nAPNz85I+0VX6joig5b7Ke/as+LOKCaIGpy90+DAP1Ij+ZpdLWeCfsM+tZswCrIoz6c8Dn4Z/lUk0D/ux84H86YFgKNaEsKMOnt3/AEk1ngkTHxAJxE94BrU5qyJWrXlI5JO36/4f0okcx7qAEmD5gCIHAweTPbFRt7htKx5QREYIiCSSfe4x6RS9242QCczhe8+vyj9K1I2YW6wICiHf3DuIKqZBEd9wMfIUN3960rABPMAw/wBS4IEHHIlo+VCd3dlkFiMAkAHAntyB6mp+IzXZtozs8eVlneYgmBEfOqNpaRiqJOBu1AYxJtnIRu8icDvU7FpXD3VQm3JVdMrEsIHld47A57+lK3HXwzbCZB37iciMGJjE/GjJc33EdHNu43kLTG0RA/TH0oCNflQ7E3LhXw7jupC6baRt2kCCwHA7fOjvrQGJFy5JYJ+IIMuhAkLbOTz8z8KEzKLR0zz+Uxa0Ez4zscB/vP1NNNqnIW94yve0489u4AqWhwdoEbzx9vlTQTRgACPJp5YeKdy+KVkqCBOZ9BXS+zmjW4qlgFtNADvA3sMEIQZJmTAyeTAGeas2wTcYgszEXPGvxas2wxB3LbOW+GPpVyNVHnlrhb8sai6oW1IEgaeyo3TI9771VhH276YEuLcQghhBiSAVx7xwTj9K5eK6frnVTcsEEsfMAJJxIDEEH4kntXMxXLr6x19RioNRaEaywga0wrdxaxBRGRUVNEIqIWhqamtNURWyc0XWxWGsrGoIxWitTFaoPZz0/wCX2J/malb0Hbj7f0p4IK3t+Veh1IpoRP8A8UQaMZz+tNBa2KBddOO2KIbNEit0C50oj1oY0AAgYpusoKy70mf+TSmp6SBloAHJ4/U0x1r2itacHcZb0HP19K4Lq3tZcvmFwJwBQWPUTZU+WD8ZP9TVLe1VscCfvH24/SkoZp3T2P0OQ3qRE/cVP8CSASAJKwJ53AkbR9qYz6YeqEmFEdgM8+ketCfWv8Z4jj51PTWUk72NsCYKruLN3iOImZ4qL6W5uI2kHZ4h8yD8uJLAzyfSoqQW4wUwYYwCeJGTzQs7feOcEAEwe2Zz2qyXSKEHiuoLoGTY24BRJ/MAEiePrW9C9wQFbbAN0kqBIGVhiAWIIGOB9KJqv0qlmhPMSYXchAwPMxziPrQHueZvd5xtWQQJ908wf609pbyTbN0vc85BtyUADZ3huxLGSIqFrTuHayC6XGcIEYhVAkkhyeM7Tx3+9NAu3YRQ1tYadr+YQGI5I52/HiazSaRnZlSG2CGZXheYHmPA4qx1PSr6ghnPg27jFg8wCFkllGR2H1BxSDaS5e8Nj4YLnw0EBASoBlu0GYn1FaND1VhgzYKqTBg7wAMMJGDntS89tsEwZiIAGABxmZmrGzpz5rdyUt213OiP5iOzqOG9SOwpC3e8R8sdxYEXHMAIBHm+PFZxZU7Oo8MKU94NO/4AcR86dXUJ4/iuFeGA92EwBJjktSXUNX4l59zLJIG4EhAB6AyYj0qV6yboe5+XttxbYpCgDhWC8mY5ipir0MouM99N3jGLVwlWdCDgKnupyOf1omv1RTcbnnuCEdnYOXBXG1mErHBCAADk9qqPxSl/N+YiAeGDgkgjJH3o66FrpLIFzliSOfXuRWbbP4X0RuXS3JP1Mx6/yqG2ry17LuNrblj07/bvTz+yZLy2QciBtB+BrHjb9c81ywTE/pQ9nauwuezieij4Zn6Upd6UghQxB+Q/maeNMcy6VHbV3quhkCVMgetVL2iO1SxnAqiaIVqEVERFYRU4qNFZNaJrdaNMGKcVk1FTWA0R7yK3UJrJru7pg1k1CayaCZas3VDdVZ1j2gtaZZuHPZRyf7D40Fle1CqCzEADkmuF9ovb+ZTT47bu5+XpXMe0HtXc1LeZtqdlBwB/Wqu06wf8zQGv6hmYm42e8mp6fUKAd3biAck4j4ck1micB57jufd3EgAH0FMro7u4i1ubedsQIYnuQe3JB9B2oLWxetskhip/ZQKSxDKAWPfaAGkCi9QW2rbHcLLsxcL5dqr5QgjDGeO2JqovuUth7ilvEUrbdCFe2yHBAnzL2+pqw6fZs3FDsGSzaQC+GJP5j7groeVk7PtNYtTANIbSuHZtwUTEElyTG15wMTPzFM2LaX2K20FrexWy2TMx+SxiOGx6fWn9BpQ58Y2wmnd1N0BpNvwVlTPbcY5Hp61X/wDUCVcWE2XHe5qI5AtgMVFsdn2kgkdlqauNWT+I1CWx4Vgw1vcs7SqzuknknJk/ChXNQHVkuzFhHax4YhGhhJbuQ0TP3ow1Z0+mFu5bt3FvJ4li4clC8Lcg8zEeX6zTaarUaa1at7bbq7flXQguN4J8z7fVTuEzBGfpdTFa/XXKXLt1d18C2UfYCFRpEARCkYINbu6hXFx9XauG+qCykgjxXZSUd/Qoon+IRRdLrbuit3wnheILotXQ3mIRQ2zaDyhJMnnj1qyvNrNVZs3QEYol1YPlPje6FKmBvNthsxmKGKjp3Uri2/Ea8z+Jc36iyBJNoQuZHeSIEYjIqFx1uTq7iDwFY2BaQlWUoPygZ5wSxz2M01Y9mdZoyl+2ykKN11QcopTc63UbO31NLdULXr4a9ZVBZFttQVY7WW6wPiACCNwaMfvVrTArWmRXSzZHnu2/PeZoXw7klmVQMeUET39M0DRWTdskXLm2xZzuCiQznyKvdp5j4dqsW1qD8RFk2TqUR9P5SzBHHhlAeyQCfoMUTQrZ02ltMQ11bjs770xbe1AwBBJ478GnlUxWPct37yhbT3YhAohQdoy5K/TvReqdAFnVLbYEIw3AqC8ArLMBPCnFNdOW7de7cIGisBPzXUFVKFj5be6RJMyBztrNdYv2798WnYs8WlBUMzptIdVXMLwcH+sPJMqmbV2/AURcZ1ZggYym053QCIMdqYtWjcXxrNxAwB3rIt5En8teCu0feuv6WSl0KlpLdsBXU3AFAJUB3liZIG7GK5/qWhfS3Deui3dF1wFvJwo3Bvy0wOJ7VqWWntPSddvJbR2i4Lk7QI3KVJkMo+VWmm9u7bYuoVgcg/0/5oNp7QFzV2A1liXFu1eIXxjt3MVAMkDHwPE0Dp2k0urNtbjG1qbgbeoDFdwDMHcnCyAJ9Iirsq66bS9Z0zDF1RPY4++KP4Vl8h0z6Ff71yr6dLli9qEtC8LCCybjgqjdla0qwWIjkxEik+meyV29bV0t3GVGCXAYDGWG7Z2ZQvcE5manpddvd0YKlQyx9K53qb2bcq16yI5AAY/WJj60n1joWmt3rqIXRrePCuLl2IlPDAJLLtjHyqnPS7h8e6yKRbHnWdphogqo5x9KYZFg/UtNEYbt7hGT24GaTv8A4d42MwPG0Kx+1Vl60QFE7vE2kFeG2xhgR7wxnvUt5YEncFV23JbAkXIww7gE81myGRO6gltskL7xx5e2RzWm05BOODB4wYnmo27khJ3MSYKCLZYerMJBim7AMbQGN22xCoNp8n+9feOe9TxjPjAF0/qD9q1cs/Ax8qex5o+cyxg91bHNTttB+PJ7fTNPGHjFOwreyrPV6SRK89xSgQ+tYsxzsezb6zfS5u1niV2dh99QuagAEkgAdyYArl7ntUWZ1tgDaSsmeQcmuR671R3P5m5u4DOSufQVNV1nXPbtE8ljzt+8OB98V591XqviOTcLMx59Pucmk9XfdVZx2iflP8piqW/1Rt3E+mZ5+VB0NuzMEKQpmCRzHIn6imfCAWTztLDHMGIIpfo7bkdyCFgqscG40CR/tE/cVYg++gIH5ZXdnJwW90GfT0oNNtUboLbgWGzvIk7vQDPFO2/Et7Fdh5lXUG4oJa0CpVAe0Rt7d6JY327ClCA6brUkCNt5TO+cYIIn41Y6z2av2dyhmuKtyzpgFgC4jKHifgzCPhQctrU3hSoZCgE8kb2Mjb6TE1b6TT6nTDxbqK9nVKbd22TgHdMuoIKHuDTuk6XabYZuJc3Pc3yCAlsHb5SYLqEchSZMD1qq6hYLOhtkIbgDiNxCghQpdiZLMSGI7A1L7If12k2+MlkvhV07bj/qE7ritjtCR/EIOCafvdWuIC/hDB0l1rigf6LJtZWbkSRMD+IU9rlgpdsOz7hblgPM/gDbcRiM8lW+IpTRdUN5vCuFQwsHeWID3XS5vthZwAIBzmDXGtt6a8j7X1CEIure3atlcvb1CklWUxtC+VgfTFasdT0qOpso/kNzTW5bybV/N8UYkEMRgZIpHXdOv3LoDqr3dRbW6rArttru/MK7RgyVUH4Uz1X2ZtWB4yXD4aXbThQZK2H2recg9weW9OaTEqR6jpL4DX1Nu5qLe67cJkKLJhX2kQwcoRtFUXU+pbdRduIzNaW4XXcCAGupCEiMEdu8AVep7J3N1lbzJesW71yAjCBaYeIpcjIV3EGeJpO17SHV2r1m3pbRutpzMJ7z2nwiCYOy2ZWcnb8YrWpgen02mdEZ9Q5v6lPMqjfBO615iTIJLB49FI9KL0vpC7b1nUXyLbXUTxLbbheYqAUBI94eUieOKr+o+yGqDF7dpgFTcsETttW1Kt6722z/ALpFbt9M1TWNuyfHvJqFckhY8MuCsCF3kkHuIjGKbMTFhf1Nu3qdMyu9waZE3kqBsB9wHbI3DcAY+FO9R1Oo8LqLb7Zt+Ku+ZONgk2YODlJ/vSWo1+hQ/hLYuLddTY3DzKviMLyqxnzlH8qnNE0Og0F+4q6ff+WGvXVuyEZAAtxVByrE+ae0Ggft9UQ2NJpyC1prYd79xhutNvYghe+0qcH4VX2ekPpLlnUveN6dQnhxvLNbJK3CfoPU96srnsul9bdlBFliXV1klcAlGce8fe+I/nPq1vWadbfgotuxpRu3KoJNsbTA5z7wwAc9qv8AfQrOquxs6q1qjcZk1KmSpja7AL4K9lKq+B/D8atuj6UWb50d9bbB1N2wyYcRICCQPMQJ+9L9f9pr3hMxseKl+2oRwCRbD5UMvxjB/eHyofT/AGnuXdfpbt2wtndbZSX3bmKggxPukkSBzAPM1P4pK91NNZqrCatURXVlGxmYpB8qufUEAEdpq96foLVu5e0lhWdxbL+Jt3Nb3rBtlpGWXHpn1pf/AO5yIt5r2hJXxnQm2FwjKApuNkBmkdx+lc/1L/6lLcRLdiybF4tm4pG8BZCpJWWLTE5+FPf8TEj7PXXufg2HglZuWxJIKs+STOY7dzXTazpN27cDJrkt3rNvwAm7bI2CWz7jM24EZ7VSp7Wl+lsbxvLe0122txmkMqNckNu5MKODFYvsTbuK72Nbbuv/AKloRBOQWnMjMZiroU1qDVaPTSw/FLf/AApuE5K5KFzyY3YNBtbjp9RbR1YKRbho33HQfmbDMwYBHyq913tHoC7lkKai3DllUBPGRfdQA/tHEkema5gdEtEy7ub7Ib1u0kIJMkneeOJj4d66ysl9ZqStuwLgFt8AE5BQgjcY4IwD8qQt2+LjAOgcrKEAt6MSuY+lE1OpfxWZkuW2RAUCjcxdsMSADPbkDFSKDd4r21BdQQN727hIgEoFGT8KxWjtmwVvEBdnhoYW3BYBv3i3vAmahp0/JYwxUvn3QInndkg/AUuL0YN1rlyQcQrbPQsRv3D4r2+tNXruFWAFHmRVZm3nvlCwDfMCqDbQNwHuqAVAI83wPlG+PTBoyMSd05ODn9Afl2mahJZssrMYM5BTvB93PzzTVlATJn1mRLD4n1qozwd0KATOMcx3itf9NTuPuYP1HarzouiElyZ5XbERPqe+KsTo0/dH2H9qlms2LTdWjdoHiVrdWl1z3T7G38XONtx2B75kj9CPvVOmmGpQLO24gAmAcAQCKs+rarw9Q6g/6qKY/iBjP/bVN0e7tcEmIJU8ERmB/KpGlP1TprJ5GAn6+YVV2el2wZ2SZ7kx9hBNd31mHJJgghSDGBI7RzXL9W2o6BYDBQXPEkliP/aRVz2hnT6glRBjYCACAFROPKvczkfKmMKWBdgBbwYedz52jid2ZnGTzVbpi3acegk8MRz8BP3NPW7267xuCg8eYsSmdz9/kPjWVX2p002WjBsqrmQfOPLg/VsUXS22XTK9y820XGIhzO6yg8BTHmVSCyz8qL01fH0mpJaGW2THcBGVpEiD7s/WkNHpWuFXWPDtW/FuNkC+Q4KW9vCtErHwNSNYI9t10okKBr38iklnQI4O8EnMjcs80W2AdWtohVUk5YgADG0E/AD+VT0GpOp1j3nVrdq2x8K2/l2b3JCDtJaapNVZ36oo7ABndQ3YS3vGe0x9qfRca/TBXt2GursUyLto4ViwgwO8SPtWup9RshgrslxrQPn2giW8mT6gbW9eYI4rl9ZpHtDncrSAwyrbTBKnuJFVT3DGGMk9hjvyal4n1Nek3dJv09izpbrM6sy39rneBc4G6RFuQnlHaPjVb07T27CF9VdDpqEu2L6NLOvgnyKhB5OP0rjwCVM8kH1YCCCOx5E4mrA2bEi5IztvbdrCVQ7XQgIIBMQaxZjS66prmbxDZsHbct6fVXNzQAttgqJgCQSRPpVlrvaK1p7jaZdOyNuUKbTiTdv2itwEnjbvER6Vz3TdUyXCEgIqujMzAzbuS1pIbmCFwPWpaL2ktXwtu5a8S+6gm4QN7ahD+UA3oAefhUC/SdXqLKo943gq3LOwSfOtm663LXPYkkD155prVanWrqblnTXrjWzea3bCkCTv8RlAPBAJ+xFN9S0Sam63iXGKWneFQrEC0L90zxuJLH7031lbdrfd8TwiWt6lQCrN4j2jbKrByCEDbhxn1qyoQ8IaZ7+rvqo33b1oIEnZcVg1pxuxAAmR8KS6RqdP+cZuG86MUMYuJf3K4YQYAYzP/FWaak376Wbji5php7V+9icWLRZ9p5BLEA/Ojau4mitOunO86VVvWXYZCaxisY5VcEfGau4hLTWuo6XRIymLbLduNbU/mKHJAuQPNEBcjAnNWnX9Fqtmla1dF5/w436e2SAUKiXtrugnmT3yYqKe2WmVm1P5r3tPZXTFSPLc8SCWI/ZAIafWPlSnUNWdEPxSWvHW4EGmvFj+VbMlrThT3BMDvn41dqyL3TXrmjGh8zeEulum7II83vW/ExwC20CZmg2Pbb8Sli8kk27dw37AjJiN/mwVHzBpbT9O8a5dbUam2LOpslLSs211SQV2yQBsaOxmKpfwNu1pNRaXxFbhnDBlxBJtMudrQDBms4rb+2VzU6V9Mwt2A3m8QZ3qjBxgCGPHftVprv8A6gKihkFnU+Dbt7m2qGZnG0uP3YIU/XtXEdK6MBaAa2xdz5TnCjkiEMD+dWyKBbUKu2PLua1LP32hjp8/WtXnU10eo9vrc3lSzba1ZRLzEEL4jMASjyPPBYZzxFVPRuq2mvWItizqXc3blxo2JYkv4dsDklQIkYqC9TUND6e0ywBtNtRcH+4wBH0p8+zGl1KM1nfZLDaQhI2x2a2TH2jFXxTSur/A2yNXp7u9y4YWWYELce4RmfMeSflnFJaxbvivcuHwhZ8gZFnfmNqHvIJz2BpTUdMWztsagR4Lh0YKCLyE8Ef5Fbtazbd3E3riz4gJEK7nHu/sgCBia1EGsaxzduGyDZF5QEd8geEokhTyYn9eaUCFEaLTX7quSt5FiFAncBOHBFZeuk4Yt4i3BuC/sWwokqAPj+n1rel1AG8pdaxgwhU7L5WQXMnkkiSCOagYtanfqFi4moN21/5QYg/xqCMj1jtSujbZbUoCLouMjSQRHp4cEifkK2iXGthXs27Tn8xHEJcYAyfCuDBI9DBg0Y21m4ApkKLrXbyxcEESVjntVB0UxtA8Sclk3eUHBkGAR9RVn0/RPdMWyQFwS+QP0mfQVX2bZJMbsgNEQM8mJyp5n48Cuw6NdBspAiMEfxDB/XP1qxmn9PaCKFHA/X1Jqe6hF6j4tVBrzna233oMfODH6xXmX/jTUGRcYgjBERB4II+dek7qr+o9Fs3/APUtqT+9w3/cP6zUv+EuPPv+tm4wL42we2RORihjqKrwSSey/pV71L2HKgmyxYdlmGH9D+lctqemsrQ0qfRlg1na39+LS715jbUv5YBG09wWkRHz+n1qkfqILyxJkySAD8e8D6VG9prhHvAxwCflxI/rQfwLgDcBHaPtV0OabqExG0YjzOScghsRGcfarfS9bNs+98cEKBgDCgjOBnFck1tlO0qZ49ae0XTbrEwmRBIMFhHdVmTTVd9ofbQ21cktfZlKDc0oocQwY8tA4j71V9E0lzVWzbtY8M+Zify/Dyw3TjytP0alem6K0QWvDUXXz5QAqt67jOKtNZ1Y7fCgWLUeWxay9wzAFxuFHqefSs2tJ3tZbsqAhJVCSDx4lxo3P8BAgDtNVdnqhKsXiW+EqBOFM8HEyPSljrsgsm5U8oQMQATwDGY+smO1A/EbR5YnuQeC2PuJolM3uqTaNuTBzBxsIIOAPqJ7zVfprzbmVQSymZiQIn1q405Xcxa2rBtjhgJZQSQQoBwecfw1aHT2ltOGVvz1d7Vwlgy3LblFL7TBBGCO0g030igXQFv9XcqloJKztMbuDM4NZrNItwl7I/LBCGAAGTBJUADAzOJq81em815tRc2iwFtKBLqzvG1iRgrtM/LtStzSh934Qytr8pcGWNwgs8egBPNYtrpOVa2la46PbMW2XxBuzJsAKQROeB96Jc6opD+HbK4/E7lwUJGyB6Ag9qN1DR3rSwqsio3laI8pHnbccAE9jS+n6hZLrLWkj8seYkeEQdwY8Elj64nFZntbM++jnSrp0j2xcuOLbgs6JJ3ypXaVODukj5CoanozvcvobhZ9PaDJOZVAPKPgFYZPpR7GtO0reHik2jd7flm00qAQM4A59KnpNVbBF8MpdYvXImfBveRrM/tMG4GO1WVbybdtNYS89nzPZtW7L+bcmzUALdeBkwH9cGjdJe5a1dnQm5av6dlZWPhjNsAuFuMRPlBDQON1Vdnqf4YlbKq9qw7B32Sbpfd4aXB+0u4+7xxS9vUi0dOWF575uG++CGAaUu2kXk4AOYifSqwe6dqN9i5pQu6613xQIEXLKHcSGPA2KIHyjmov0Sx4Vu5p9UwsC/vh4LIVG2QMBhO2JAwc0IdTsab83T3LwuqLS2mbZDLnelxAMbQY3fAQaquodf8AGdyqWbIYglbaqAY+ZPpMdznmt4mrX2p1FnWXTqPEuMgAmyUPlnHlYTAJA/X1qvIUgBbb21nCKRHzbevPzmkQUaSMk5nfyZ9OPpFNreYEEQCPiBP0iPrWpGKdvXE3G4wkQFMPZ3zxyIgY4rNM0DaUUlfMsEEKD2xcPm+AFLJceCOQTuI3d/hnFFsJddgFQs36x8yePiauCxlfNAcB+Rnt8Bj7zV17NqsuykxAUgqO0wdy9+fvVbpPZu60eIUQfwwx+WMfrXQdP0CWV2oOcknJJ9TRm1LqvTUvptbBGVaJKn1+I9R3ridRZe1cKOzI4EgySpz7y/wkfUGu+30n1PpqX02vggyrDlT6j4diDg0SVwlxpCkbt4lW2YNxTkkH1rVuSEbbvJYCy+4FhEwjLxniSMnBpjXaJ7T7LpPqjL3A/aX5dxyPiKFbs8MQgBYSNrcQRvCdwxjjMis42jtQOwu/nrtLBVRlVGPIZcm0Qe4xTDadgssGVVtkKLlxiDu48F1Ef+lqHprZVECbvOWO7ad6kHIVxlkPBByD2o1rTLI8OESNwG9iTBHlMiFYEHtHwqjLO2QAThVI93BxInmM/D5d66z2fveRlPKt2/iAIP8AOuVsXd0A+XLSBIJnnjEfL610Ps+pHiExkqMHOA0z96Rmrya1voe+tbqrIzXK1voJas31WRZod62riGUMPRgCPsajuqO+g5/qHskDcD2GW2P2lZSVx3WDj5VV9U9m9Sg3Jtf/AGSD3/ZbmuzLVm6pizqvLGduGMEYKnytPc55Pzol7UgKJKuBxJKunwmAcfUelelajTpcEOiuPRgD/Oq4+y2lmfBX6Fo+gBgVMb83m9/qTEyTJ+JY/wBa2usHJJJ+w+PGSfnXoTex+kPNkf8Ac/8A/VbHsjpP/IX7sf8A9qYebz1dYZ8p2HmCccdqkhPOMQZ3DE8d66TrfsxaDxZtkACTtLEDHxmKrB7IOw8kfUVi9yXK78/n11NgOnvhSefL+7ByOJnt6mrl/aO9eAW3EE3h5Vnd4wVWhT/tBHEc1X6H2Lvl4kKMbjnA+A7/ACrveh+za2h5QSe7Nlj/AGHwFc+v15n+u3H/AD9dffUVPT/Zh7p/PZtmNtkNgQIG8g5P17muv0HRFRQFUADgAQBT+i0YUU07hRXnvV6+vdxxzx8Dt9OVhDARGcD+Vcd1/wBgrJnwhsMhvL7sg58vyrrW1hJqD3RGTUmz46XmdT/05fS+wdwWo/EswZt7QsBwRG1szHyiuZ617OvpbDq+baubkqDJkbVVvQKTumYxkV6jo9ettYkR6ET9qo/a/rFr8Nd3QZRhxzIgD45iu/l8ebr8J7ee3+p6ddM9u1d3uQqsfAZd53C54u/fO4e7BEY+VL3/AGv1LpbXxICBgpBwQ+CC5ypgEYNcvbeI+n+D0pgarvx6xGfmvB/nXoyPm2pG9E8ruz2IwZEVJdQT+3/7RSxb6fLj7GpW/vVFjauNOLh+39qtNPcfndP0NVOntZ4qztr/AJn9AKhT1l3YhVgsxgc/34HP0rs9DoVtLtX6k8sfUmq7oPSPCXc/vsOP3QYO35+v2q2mq5WibqzdQ5rJqsibqzdQ5rW6gjrNKt1dresgjBVhwynsa5LUaBrTbXXdGVY+6wmTAHHxHY5rr91C1FpXXawkf5x6H40WXHKbeThmYsTL4GI4x5uIacxRgoklSJEHgbZGDKtzI9DTOq6U1sysuvwHmH0/aHy+1CstP6cfD1+mKjel0XIFwQBxiBkdiOM+sVd9AXyu0yGIA/8ATM575J+1K27RJgATxPYD1NW9m2EUKOAIoz1TG6om5Q91ZuqsClq0XoRao7qqCm5Wt9D3VqaAm+t7qFurc0BN1Zuoc1k1BPdWmeozS+uuQn1A/Wp1clrXHPlZEraT74MEzjv86ftXVPlQR6+vyqsXUHbROnud0182226+9zzJJHQaewD2qzs2IpPS3BinkvgUdNTcQKS1Mninbl24fdVfqRVH1fqD25DJJMxtzJ/pVtZVvVOuLZVi5ggEZ9YwBVMntSNo84OPWqTqe+87G4fWB+7Haqmxo5NdJzM1nnu66bVe0LMDsBb5Y/nXM9T173yokgAjGcHOT6V0HSNJNH6n0nYysAIJg/HuJqyyH68ddTJVfoPZFb6gvg/vKIJ+JHFP/wDgzTbArA7lEFgYLfOrfQuAooWtQ5YHFPOpP+fn+xTa32asH3VAPwxSFr2YUttAYT3B/vVv4k8Va6LTbRJ5P6Vrjy6rl+9/P8+fk1Up7E2h/wDkefht/tVtoOkW7PuiW/eaCfoYx9KZms3V6nyL1aJure6hzWTRNT3Vm6oTWt1DRN1ZND3Vk0RPdWt1QLVrdQE3UG5YUmSqk+pAqRatTQSQACAAB8KlNDms3UBJrW6obqzdVH//2Q==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625475" y="-274638"/>
            <a:ext cx="3000375" cy="152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sz="2400"/>
          </a:p>
        </p:txBody>
      </p:sp>
      <p:sp>
        <p:nvSpPr>
          <p:cNvPr id="17416" name="AutoShape 12" descr="data:image/jpeg;base64,/9j/4AAQSkZJRgABAQAAAQABAAD/2wCEAAkGBhQSERQUEhQVFRUUGBgUFxcWFxcYGRYXFBQVFxYYFBcXHCYfGBwjGRQUHy8gIycpLCwsFh4xNTAqNScrLCkBCQoKDgwOFA8PFykcHBwpKSksLCkpKSksLCkpKSwpKSkpKSkpKSkpKSkpLDUsKSkpKSw1KSksKSkpMCksKSwpKf/AABEIAKABOwMBIgACEQEDEQH/xAAbAAACAgMBAAAAAAAAAAAAAAADBAIFAAEGB//EAEAQAAIBAwMCAwYDBwMCBQUAAAECEQADIQQSMQVBEyJRBjJhcYGRFCOhQlJiscHR8DNy4RWSFlOCovEHF0PC0v/EABkBAQEBAQEBAAAAAAAAAAAAAAABAgMEBf/EAB8RAQEBAQADAQEBAQEAAAAAAAABEQISITEDQWEEIv/aAAwDAQACEQMRAD8A4e7bJEQaxOmMeR9KNcdiPeP3pFnPesGyHl0bj0HzI/vWzpsiXUfX+1BsL3qVwZFF01b09sHLz8gf7UcraH7xpRbORRXFRZ0LcZIwsfahXXECFqQFT2VMXyoZ4oVm+TI+NGcYqFu3EmieTDcM1JiajOamRUPIDOM1m3NFVK21uiaUupDUS3axRNQnepW1q6zpcW63tphVqS26aulXFA1lrFPXLVDuLiiaStny0N7c0yU8tRtLkUTURYNZdt4q4s9Gdl3YA7AmCf8APjQNR0x1yR9iDHzjirlVWWrfFTNuiqlZdWspoGyg3VphRUNmaJqOnTFGvCBUraRWtR2q6ugqKmEzWWxU0qJoYt0UW8VICpqMUa0Dbms8PJou3NT2c1mppYrihFaZKUN1qypodpaLWrQohFa0P3dMO1KX9JzTHi1INIqml7aYFRNvNMgYrbJQZaXipvbzQ+KlvqausiDRIoRNED0XW3WoBakz1ANUpobLRoqE0TtREF5qTVA1jNQ1q5WKMitTRIoa3Fbtjmomi27Zgn/IoNizPFBFiTH+RTdlSO2eI7//AAakYBIBEDLNiDHIWfr84rUjWEjoQGz7o/r2Pxp21ZXeDClycD0JiCZx9O1RAbciqCHZgUysKCZO+eDwc1sEw+0tsHlvvtBG4v8Asx2nt3rcMNLcgxOR7xMQCJkZ/nRBcBkRIyDkenrxE9zzSgYEEbiloRzlrhE7W2/H4YFSN3gv5QSPylncogHdDYIJHea0JXNEjzOCYz3zwc9jVXrunlD6jsY/QjsaubSnAncW2wqkGQw5wDDcDOfhTo0m5WDjylcnmDJAYZnBjBzz8qzZqY4xEzFaa35qbu6co5U8gkfY1BlrkygVoN8cUyBih3EyKiB2kxWiIooodyqJqMVgrE4rYFFYozRGGDWgtZc4rNRCMVBloqjFaK1YAWBWGiIOagVqh5tOe2a14JAn+tdU3RMCAD64/lW09nxEbe31rphjl7VkkelEFgkcGurs9CG2Ij9f5mKJZ6KsN3yP8gCmLjk/wJMZqa9Lb/nt9Zrr16IcAD/PoKZt+z4HOf7+uSKYY4VtFHPPOP8AjioJpcT/AFyPpXf3ugBvpnnn9aT/AOiAIYwO/GfnTxXHC3ARUA1ddd9nAPNz85I+0VX6joig5b7Ke/as+LOKCaIGpy90+DAP1Ij+ZpdLWeCfsM+tZswCrIoz6c8Dn4Z/lUk0D/ux84H86YFgKNaEsKMOnt3/AEk1ngkTHxAJxE94BrU5qyJWrXlI5JO36/4f0okcx7qAEmD5gCIHAweTPbFRt7htKx5QREYIiCSSfe4x6RS9242QCczhe8+vyj9K1I2YW6wICiHf3DuIKqZBEd9wMfIUN3960rABPMAw/wBS4IEHHIlo+VCd3dlkFiMAkAHAntyB6mp+IzXZtozs8eVlneYgmBEfOqNpaRiqJOBu1AYxJtnIRu8icDvU7FpXD3VQm3JVdMrEsIHld47A57+lK3HXwzbCZB37iciMGJjE/GjJc33EdHNu43kLTG0RA/TH0oCNflQ7E3LhXw7jupC6baRt2kCCwHA7fOjvrQGJFy5JYJ+IIMuhAkLbOTz8z8KEzKLR0zz+Uxa0Ez4zscB/vP1NNNqnIW94yve0489u4AqWhwdoEbzx9vlTQTRgACPJp5YeKdy+KVkqCBOZ9BXS+zmjW4qlgFtNADvA3sMEIQZJmTAyeTAGeas2wTcYgszEXPGvxas2wxB3LbOW+GPpVyNVHnlrhb8sai6oW1IEgaeyo3TI9771VhH276YEuLcQghhBiSAVx7xwTj9K5eK6frnVTcsEEsfMAJJxIDEEH4kntXMxXLr6x19RioNRaEaywga0wrdxaxBRGRUVNEIqIWhqamtNURWyc0XWxWGsrGoIxWitTFaoPZz0/wCX2J/malb0Hbj7f0p4IK3t+Veh1IpoRP8A8UQaMZz+tNBa2KBddOO2KIbNEit0C50oj1oY0AAgYpusoKy70mf+TSmp6SBloAHJ4/U0x1r2itacHcZb0HP19K4Lq3tZcvmFwJwBQWPUTZU+WD8ZP9TVLe1VscCfvH24/SkoZp3T2P0OQ3qRE/cVP8CSASAJKwJ53AkbR9qYz6YeqEmFEdgM8+ketCfWv8Z4jj51PTWUk72NsCYKruLN3iOImZ4qL6W5uI2kHZ4h8yD8uJLAzyfSoqQW4wUwYYwCeJGTzQs7feOcEAEwe2Zz2qyXSKEHiuoLoGTY24BRJ/MAEiePrW9C9wQFbbAN0kqBIGVhiAWIIGOB9KJqv0qlmhPMSYXchAwPMxziPrQHueZvd5xtWQQJ908wf609pbyTbN0vc85BtyUADZ3huxLGSIqFrTuHayC6XGcIEYhVAkkhyeM7Tx3+9NAu3YRQ1tYadr+YQGI5I52/HiazSaRnZlSG2CGZXheYHmPA4qx1PSr6ghnPg27jFg8wCFkllGR2H1BxSDaS5e8Nj4YLnw0EBASoBlu0GYn1FaND1VhgzYKqTBg7wAMMJGDntS89tsEwZiIAGABxmZmrGzpz5rdyUt213OiP5iOzqOG9SOwpC3e8R8sdxYEXHMAIBHm+PFZxZU7Oo8MKU94NO/4AcR86dXUJ4/iuFeGA92EwBJjktSXUNX4l59zLJIG4EhAB6AyYj0qV6yboe5+XttxbYpCgDhWC8mY5ipir0MouM99N3jGLVwlWdCDgKnupyOf1omv1RTcbnnuCEdnYOXBXG1mErHBCAADk9qqPxSl/N+YiAeGDgkgjJH3o66FrpLIFzliSOfXuRWbbP4X0RuXS3JP1Mx6/yqG2ry17LuNrblj07/bvTz+yZLy2QciBtB+BrHjb9c81ywTE/pQ9nauwuezieij4Zn6Upd6UghQxB+Q/maeNMcy6VHbV3quhkCVMgetVL2iO1SxnAqiaIVqEVERFYRU4qNFZNaJrdaNMGKcVk1FTWA0R7yK3UJrJru7pg1k1CayaCZas3VDdVZ1j2gtaZZuHPZRyf7D40Fle1CqCzEADkmuF9ovb+ZTT47bu5+XpXMe0HtXc1LeZtqdlBwB/Wqu06wf8zQGv6hmYm42e8mp6fUKAd3biAck4j4ck1micB57jufd3EgAH0FMro7u4i1ubedsQIYnuQe3JB9B2oLWxetskhip/ZQKSxDKAWPfaAGkCi9QW2rbHcLLsxcL5dqr5QgjDGeO2JqovuUth7ilvEUrbdCFe2yHBAnzL2+pqw6fZs3FDsGSzaQC+GJP5j7groeVk7PtNYtTANIbSuHZtwUTEElyTG15wMTPzFM2LaX2K20FrexWy2TMx+SxiOGx6fWn9BpQ58Y2wmnd1N0BpNvwVlTPbcY5Hp61X/wDUCVcWE2XHe5qI5AtgMVFsdn2kgkdlqauNWT+I1CWx4Vgw1vcs7SqzuknknJk/ChXNQHVkuzFhHax4YhGhhJbuQ0TP3ow1Z0+mFu5bt3FvJ4li4clC8Lcg8zEeX6zTaarUaa1at7bbq7flXQguN4J8z7fVTuEzBGfpdTFa/XXKXLt1d18C2UfYCFRpEARCkYINbu6hXFx9XauG+qCykgjxXZSUd/Qoon+IRRdLrbuit3wnheILotXQ3mIRQ2zaDyhJMnnj1qyvNrNVZs3QEYol1YPlPje6FKmBvNthsxmKGKjp3Uri2/Ea8z+Jc36iyBJNoQuZHeSIEYjIqFx1uTq7iDwFY2BaQlWUoPygZ5wSxz2M01Y9mdZoyl+2ykKN11QcopTc63UbO31NLdULXr4a9ZVBZFttQVY7WW6wPiACCNwaMfvVrTArWmRXSzZHnu2/PeZoXw7klmVQMeUET39M0DRWTdskXLm2xZzuCiQznyKvdp5j4dqsW1qD8RFk2TqUR9P5SzBHHhlAeyQCfoMUTQrZ02ltMQ11bjs770xbe1AwBBJ478GnlUxWPct37yhbT3YhAohQdoy5K/TvReqdAFnVLbYEIw3AqC8ArLMBPCnFNdOW7de7cIGisBPzXUFVKFj5be6RJMyBztrNdYv2798WnYs8WlBUMzptIdVXMLwcH+sPJMqmbV2/AURcZ1ZggYym053QCIMdqYtWjcXxrNxAwB3rIt5En8teCu0feuv6WSl0KlpLdsBXU3AFAJUB3liZIG7GK5/qWhfS3Deui3dF1wFvJwo3Bvy0wOJ7VqWWntPSddvJbR2i4Lk7QI3KVJkMo+VWmm9u7bYuoVgcg/0/5oNp7QFzV2A1liXFu1eIXxjt3MVAMkDHwPE0Dp2k0urNtbjG1qbgbeoDFdwDMHcnCyAJ9Iirsq66bS9Z0zDF1RPY4++KP4Vl8h0z6Ff71yr6dLli9qEtC8LCCybjgqjdla0qwWIjkxEik+meyV29bV0t3GVGCXAYDGWG7Z2ZQvcE5manpddvd0YKlQyx9K53qb2bcq16yI5AAY/WJj60n1joWmt3rqIXRrePCuLl2IlPDAJLLtjHyqnPS7h8e6yKRbHnWdphogqo5x9KYZFg/UtNEYbt7hGT24GaTv8A4d42MwPG0Kx+1Vl60QFE7vE2kFeG2xhgR7wxnvUt5YEncFV23JbAkXIww7gE81myGRO6gltskL7xx5e2RzWm05BOODB4wYnmo27khJ3MSYKCLZYerMJBim7AMbQGN22xCoNp8n+9feOe9TxjPjAF0/qD9q1cs/Ax8qex5o+cyxg91bHNTttB+PJ7fTNPGHjFOwreyrPV6SRK89xSgQ+tYsxzsezb6zfS5u1niV2dh99QuagAEkgAdyYArl7ntUWZ1tgDaSsmeQcmuR671R3P5m5u4DOSufQVNV1nXPbtE8ljzt+8OB98V591XqviOTcLMx59Pucmk9XfdVZx2iflP8piqW/1Rt3E+mZ5+VB0NuzMEKQpmCRzHIn6imfCAWTztLDHMGIIpfo7bkdyCFgqscG40CR/tE/cVYg++gIH5ZXdnJwW90GfT0oNNtUboLbgWGzvIk7vQDPFO2/Et7Fdh5lXUG4oJa0CpVAe0Rt7d6JY327ClCA6brUkCNt5TO+cYIIn41Y6z2av2dyhmuKtyzpgFgC4jKHifgzCPhQctrU3hSoZCgE8kb2Mjb6TE1b6TT6nTDxbqK9nVKbd22TgHdMuoIKHuDTuk6XabYZuJc3Pc3yCAlsHb5SYLqEchSZMD1qq6hYLOhtkIbgDiNxCghQpdiZLMSGI7A1L7If12k2+MlkvhV07bj/qE7ritjtCR/EIOCafvdWuIC/hDB0l1rigf6LJtZWbkSRMD+IU9rlgpdsOz7hblgPM/gDbcRiM8lW+IpTRdUN5vCuFQwsHeWID3XS5vthZwAIBzmDXGtt6a8j7X1CEIure3atlcvb1CklWUxtC+VgfTFasdT0qOpso/kNzTW5bybV/N8UYkEMRgZIpHXdOv3LoDqr3dRbW6rArttru/MK7RgyVUH4Uz1X2ZtWB4yXD4aXbThQZK2H2recg9weW9OaTEqR6jpL4DX1Nu5qLe67cJkKLJhX2kQwcoRtFUXU+pbdRduIzNaW4XXcCAGupCEiMEdu8AVep7J3N1lbzJesW71yAjCBaYeIpcjIV3EGeJpO17SHV2r1m3pbRutpzMJ7z2nwiCYOy2ZWcnb8YrWpgen02mdEZ9Q5v6lPMqjfBO615iTIJLB49FI9KL0vpC7b1nUXyLbXUTxLbbheYqAUBI94eUieOKr+o+yGqDF7dpgFTcsETttW1Kt6722z/ALpFbt9M1TWNuyfHvJqFckhY8MuCsCF3kkHuIjGKbMTFhf1Nu3qdMyu9waZE3kqBsB9wHbI3DcAY+FO9R1Oo8LqLb7Zt+Ku+ZONgk2YODlJ/vSWo1+hQ/hLYuLddTY3DzKviMLyqxnzlH8qnNE0Og0F+4q6ff+WGvXVuyEZAAtxVByrE+ae0Ggft9UQ2NJpyC1prYd79xhutNvYghe+0qcH4VX2ekPpLlnUveN6dQnhxvLNbJK3CfoPU96srnsul9bdlBFliXV1klcAlGce8fe+I/nPq1vWadbfgotuxpRu3KoJNsbTA5z7wwAc9qv8AfQrOquxs6q1qjcZk1KmSpja7AL4K9lKq+B/D8atuj6UWb50d9bbB1N2wyYcRICCQPMQJ+9L9f9pr3hMxseKl+2oRwCRbD5UMvxjB/eHyofT/AGnuXdfpbt2wtndbZSX3bmKggxPukkSBzAPM1P4pK91NNZqrCatURXVlGxmYpB8qufUEAEdpq96foLVu5e0lhWdxbL+Jt3Nb3rBtlpGWXHpn1pf/AO5yIt5r2hJXxnQm2FwjKApuNkBmkdx+lc/1L/6lLcRLdiybF4tm4pG8BZCpJWWLTE5+FPf8TEj7PXXufg2HglZuWxJIKs+STOY7dzXTazpN27cDJrkt3rNvwAm7bI2CWz7jM24EZ7VSp7Wl+lsbxvLe0122txmkMqNckNu5MKODFYvsTbuK72Nbbuv/AKloRBOQWnMjMZiroU1qDVaPTSw/FLf/AApuE5K5KFzyY3YNBtbjp9RbR1YKRbho33HQfmbDMwYBHyq913tHoC7lkKai3DllUBPGRfdQA/tHEkema5gdEtEy7ub7Ib1u0kIJMkneeOJj4d66ysl9ZqStuwLgFt8AE5BQgjcY4IwD8qQt2+LjAOgcrKEAt6MSuY+lE1OpfxWZkuW2RAUCjcxdsMSADPbkDFSKDd4r21BdQQN727hIgEoFGT8KxWjtmwVvEBdnhoYW3BYBv3i3vAmahp0/JYwxUvn3QInndkg/AUuL0YN1rlyQcQrbPQsRv3D4r2+tNXruFWAFHmRVZm3nvlCwDfMCqDbQNwHuqAVAI83wPlG+PTBoyMSd05ODn9Afl2mahJZssrMYM5BTvB93PzzTVlATJn1mRLD4n1qozwd0KATOMcx3itf9NTuPuYP1HarzouiElyZ5XbERPqe+KsTo0/dH2H9qlms2LTdWjdoHiVrdWl1z3T7G38XONtx2B75kj9CPvVOmmGpQLO24gAmAcAQCKs+rarw9Q6g/6qKY/iBjP/bVN0e7tcEmIJU8ERmB/KpGlP1TprJ5GAn6+YVV2el2wZ2SZ7kx9hBNd31mHJJgghSDGBI7RzXL9W2o6BYDBQXPEkliP/aRVz2hnT6glRBjYCACAFROPKvczkfKmMKWBdgBbwYedz52jid2ZnGTzVbpi3acegk8MRz8BP3NPW7267xuCg8eYsSmdz9/kPjWVX2p002WjBsqrmQfOPLg/VsUXS22XTK9y820XGIhzO6yg8BTHmVSCyz8qL01fH0mpJaGW2THcBGVpEiD7s/WkNHpWuFXWPDtW/FuNkC+Q4KW9vCtErHwNSNYI9t10okKBr38iklnQI4O8EnMjcs80W2AdWtohVUk5YgADG0E/AD+VT0GpOp1j3nVrdq2x8K2/l2b3JCDtJaapNVZ36oo7ABndQ3YS3vGe0x9qfRca/TBXt2GursUyLto4ViwgwO8SPtWup9RshgrslxrQPn2giW8mT6gbW9eYI4rl9ZpHtDncrSAwyrbTBKnuJFVT3DGGMk9hjvyal4n1Nek3dJv09izpbrM6sy39rneBc4G6RFuQnlHaPjVb07T27CF9VdDpqEu2L6NLOvgnyKhB5OP0rjwCVM8kH1YCCCOx5E4mrA2bEi5IztvbdrCVQ7XQgIIBMQaxZjS66prmbxDZsHbct6fVXNzQAttgqJgCQSRPpVlrvaK1p7jaZdOyNuUKbTiTdv2itwEnjbvER6Vz3TdUyXCEgIqujMzAzbuS1pIbmCFwPWpaL2ktXwtu5a8S+6gm4QN7ahD+UA3oAefhUC/SdXqLKo943gq3LOwSfOtm663LXPYkkD155prVanWrqblnTXrjWzea3bCkCTv8RlAPBAJ+xFN9S0Sam63iXGKWneFQrEC0L90zxuJLH7031lbdrfd8TwiWt6lQCrN4j2jbKrByCEDbhxn1qyoQ8IaZ7+rvqo33b1oIEnZcVg1pxuxAAmR8KS6RqdP+cZuG86MUMYuJf3K4YQYAYzP/FWaak376Wbji5php7V+9icWLRZ9p5BLEA/Ojau4mitOunO86VVvWXYZCaxisY5VcEfGau4hLTWuo6XRIymLbLduNbU/mKHJAuQPNEBcjAnNWnX9Fqtmla1dF5/w436e2SAUKiXtrugnmT3yYqKe2WmVm1P5r3tPZXTFSPLc8SCWI/ZAIafWPlSnUNWdEPxSWvHW4EGmvFj+VbMlrThT3BMDvn41dqyL3TXrmjGh8zeEulum7II83vW/ExwC20CZmg2Pbb8Sli8kk27dw37AjJiN/mwVHzBpbT9O8a5dbUam2LOpslLSs211SQV2yQBsaOxmKpfwNu1pNRaXxFbhnDBlxBJtMudrQDBms4rb+2VzU6V9Mwt2A3m8QZ3qjBxgCGPHftVprv8A6gKihkFnU+Dbt7m2qGZnG0uP3YIU/XtXEdK6MBaAa2xdz5TnCjkiEMD+dWyKBbUKu2PLua1LP32hjp8/WtXnU10eo9vrc3lSzba1ZRLzEEL4jMASjyPPBYZzxFVPRuq2mvWItizqXc3blxo2JYkv4dsDklQIkYqC9TUND6e0ywBtNtRcH+4wBH0p8+zGl1KM1nfZLDaQhI2x2a2TH2jFXxTSur/A2yNXp7u9y4YWWYELce4RmfMeSflnFJaxbvivcuHwhZ8gZFnfmNqHvIJz2BpTUdMWztsagR4Lh0YKCLyE8Ef5Fbtazbd3E3riz4gJEK7nHu/sgCBia1EGsaxzduGyDZF5QEd8geEokhTyYn9eaUCFEaLTX7quSt5FiFAncBOHBFZeuk4Yt4i3BuC/sWwokqAPj+n1rel1AG8pdaxgwhU7L5WQXMnkkiSCOagYtanfqFi4moN21/5QYg/xqCMj1jtSujbZbUoCLouMjSQRHp4cEifkK2iXGthXs27Tn8xHEJcYAyfCuDBI9DBg0Y21m4ApkKLrXbyxcEESVjntVB0UxtA8Sclk3eUHBkGAR9RVn0/RPdMWyQFwS+QP0mfQVX2bZJMbsgNEQM8mJyp5n48Cuw6NdBspAiMEfxDB/XP1qxmn9PaCKFHA/X1Jqe6hF6j4tVBrzna233oMfODH6xXmX/jTUGRcYgjBERB4II+dek7qr+o9Fs3/APUtqT+9w3/cP6zUv+EuPPv+tm4wL42we2RORihjqKrwSSey/pV71L2HKgmyxYdlmGH9D+lctqemsrQ0qfRlg1na39+LS715jbUv5YBG09wWkRHz+n1qkfqILyxJkySAD8e8D6VG9prhHvAxwCflxI/rQfwLgDcBHaPtV0OabqExG0YjzOScghsRGcfarfS9bNs+98cEKBgDCgjOBnFck1tlO0qZ49ae0XTbrEwmRBIMFhHdVmTTVd9ofbQ21cktfZlKDc0oocQwY8tA4j71V9E0lzVWzbtY8M+Zify/Dyw3TjytP0alem6K0QWvDUXXz5QAqt67jOKtNZ1Y7fCgWLUeWxay9wzAFxuFHqefSs2tJ3tZbsqAhJVCSDx4lxo3P8BAgDtNVdnqhKsXiW+EqBOFM8HEyPSljrsgsm5U8oQMQATwDGY+smO1A/EbR5YnuQeC2PuJolM3uqTaNuTBzBxsIIOAPqJ7zVfprzbmVQSymZiQIn1q405Xcxa2rBtjhgJZQSQQoBwecfw1aHT2ltOGVvz1d7Vwlgy3LblFL7TBBGCO0g030igXQFv9XcqloJKztMbuDM4NZrNItwl7I/LBCGAAGTBJUADAzOJq81em815tRc2iwFtKBLqzvG1iRgrtM/LtStzSh934Qytr8pcGWNwgs8egBPNYtrpOVa2la46PbMW2XxBuzJsAKQROeB96Jc6opD+HbK4/E7lwUJGyB6Ag9qN1DR3rSwqsio3laI8pHnbccAE9jS+n6hZLrLWkj8seYkeEQdwY8Elj64nFZntbM++jnSrp0j2xcuOLbgs6JJ3ypXaVODukj5CoanozvcvobhZ9PaDJOZVAPKPgFYZPpR7GtO0reHik2jd7flm00qAQM4A59KnpNVbBF8MpdYvXImfBveRrM/tMG4GO1WVbybdtNYS89nzPZtW7L+bcmzUALdeBkwH9cGjdJe5a1dnQm5av6dlZWPhjNsAuFuMRPlBDQON1Vdnqf4YlbKq9qw7B32Sbpfd4aXB+0u4+7xxS9vUi0dOWF575uG++CGAaUu2kXk4AOYifSqwe6dqN9i5pQu6613xQIEXLKHcSGPA2KIHyjmov0Sx4Vu5p9UwsC/vh4LIVG2QMBhO2JAwc0IdTsab83T3LwuqLS2mbZDLnelxAMbQY3fAQaquodf8AGdyqWbIYglbaqAY+ZPpMdznmt4mrX2p1FnWXTqPEuMgAmyUPlnHlYTAJA/X1qvIUgBbb21nCKRHzbevPzmkQUaSMk5nfyZ9OPpFNreYEEQCPiBP0iPrWpGKdvXE3G4wkQFMPZ3zxyIgY4rNM0DaUUlfMsEEKD2xcPm+AFLJceCOQTuI3d/hnFFsJddgFQs36x8yePiauCxlfNAcB+Rnt8Bj7zV17NqsuykxAUgqO0wdy9+fvVbpPZu60eIUQfwwx+WMfrXQdP0CWV2oOcknJJ9TRm1LqvTUvptbBGVaJKn1+I9R3ridRZe1cKOzI4EgySpz7y/wkfUGu+30n1PpqX02vggyrDlT6j4diDg0SVwlxpCkbt4lW2YNxTkkH1rVuSEbbvJYCy+4FhEwjLxniSMnBpjXaJ7T7LpPqjL3A/aX5dxyPiKFbs8MQgBYSNrcQRvCdwxjjMis42jtQOwu/nrtLBVRlVGPIZcm0Qe4xTDadgssGVVtkKLlxiDu48F1Ef+lqHprZVECbvOWO7ad6kHIVxlkPBByD2o1rTLI8OESNwG9iTBHlMiFYEHtHwqjLO2QAThVI93BxInmM/D5d66z2fveRlPKt2/iAIP8AOuVsXd0A+XLSBIJnnjEfL610Ps+pHiExkqMHOA0z96Rmrya1voe+tbqrIzXK1voJas31WRZod62riGUMPRgCPsajuqO+g5/qHskDcD2GW2P2lZSVx3WDj5VV9U9m9Sg3Jtf/AGSD3/ZbmuzLVm6pizqvLGduGMEYKnytPc55Pzol7UgKJKuBxJKunwmAcfUelelajTpcEOiuPRgD/Oq4+y2lmfBX6Fo+gBgVMb83m9/qTEyTJ+JY/wBa2usHJJJ+w+PGSfnXoTex+kPNkf8Ac/8A/VbHsjpP/IX7sf8A9qYebz1dYZ8p2HmCccdqkhPOMQZ3DE8d66TrfsxaDxZtkACTtLEDHxmKrB7IOw8kfUVi9yXK78/n11NgOnvhSefL+7ByOJnt6mrl/aO9eAW3EE3h5Vnd4wVWhT/tBHEc1X6H2Lvl4kKMbjnA+A7/ACrveh+za2h5QSe7Nlj/AGHwFc+v15n+u3H/AD9dffUVPT/Zh7p/PZtmNtkNgQIG8g5P17muv0HRFRQFUADgAQBT+i0YUU07hRXnvV6+vdxxzx8Dt9OVhDARGcD+Vcd1/wBgrJnwhsMhvL7sg58vyrrW1hJqD3RGTUmz46XmdT/05fS+wdwWo/EswZt7QsBwRG1szHyiuZ617OvpbDq+baubkqDJkbVVvQKTumYxkV6jo9ettYkR6ET9qo/a/rFr8Nd3QZRhxzIgD45iu/l8ebr8J7ee3+p6ddM9u1d3uQqsfAZd53C54u/fO4e7BEY+VL3/AGv1LpbXxICBgpBwQ+CC5ypgEYNcvbeI+n+D0pgarvx6xGfmvB/nXoyPm2pG9E8ruz2IwZEVJdQT+3/7RSxb6fLj7GpW/vVFjauNOLh+39qtNPcfndP0NVOntZ4qztr/AJn9AKhT1l3YhVgsxgc/34HP0rs9DoVtLtX6k8sfUmq7oPSPCXc/vsOP3QYO35+v2q2mq5WibqzdQ5rJqsibqzdQ5rW6gjrNKt1dresgjBVhwynsa5LUaBrTbXXdGVY+6wmTAHHxHY5rr91C1FpXXawkf5x6H40WXHKbeThmYsTL4GI4x5uIacxRgoklSJEHgbZGDKtzI9DTOq6U1sysuvwHmH0/aHy+1CstP6cfD1+mKjel0XIFwQBxiBkdiOM+sVd9AXyu0yGIA/8ATM575J+1K27RJgATxPYD1NW9m2EUKOAIoz1TG6om5Q91ZuqsClq0XoRao7qqCm5Wt9D3VqaAm+t7qFurc0BN1Zuoc1k1BPdWmeozS+uuQn1A/Wp1clrXHPlZEraT74MEzjv86ftXVPlQR6+vyqsXUHbROnud0182226+9zzJJHQaewD2qzs2IpPS3BinkvgUdNTcQKS1Mninbl24fdVfqRVH1fqD25DJJMxtzJ/pVtZVvVOuLZVi5ggEZ9YwBVMntSNo84OPWqTqe+87G4fWB+7Haqmxo5NdJzM1nnu66bVe0LMDsBb5Y/nXM9T173yokgAjGcHOT6V0HSNJNH6n0nYysAIJg/HuJqyyH68ddTJVfoPZFb6gvg/vKIJ+JHFP/wDgzTbArA7lEFgYLfOrfQuAooWtQ5YHFPOpP+fn+xTa32asH3VAPwxSFr2YUttAYT3B/vVv4k8Va6LTbRJ5P6Vrjy6rl+9/P8+fk1Up7E2h/wDkefht/tVtoOkW7PuiW/eaCfoYx9KZms3V6nyL1aJure6hzWTRNT3Vm6oTWt1DRN1ZND3Vk0RPdWt1QLVrdQE3UG5YUmSqk+pAqRatTQSQACAAB8KlNDms3UBJrW6obqzdVH//2Q==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777875" y="-122238"/>
            <a:ext cx="3000375" cy="1524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sz="2400"/>
          </a:p>
        </p:txBody>
      </p:sp>
      <p:pic>
        <p:nvPicPr>
          <p:cNvPr id="17417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1313" y="4297363"/>
            <a:ext cx="4975225" cy="253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0000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3315" name="Picture 3" descr="Sturge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305800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0243" name="Picture 1028" descr="Rainbow Trou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57400"/>
            <a:ext cx="830580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6147" name="Picture 3" descr="White Suck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3058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1267" name="Picture 3" descr="Brook Trou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3058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4339" name="Picture 5" descr="Lake Trou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382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9459" name="Picture 4" descr="Walley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382000" cy="343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8195" name="Picture 1028" descr="Whitefis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8229600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0483" name="Picture 7" descr="http://www.gov.mb.ca/conservation/sustain/images/burbot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8" r="50000" b="63362"/>
          <a:stretch>
            <a:fillRect/>
          </a:stretch>
        </p:blipFill>
        <p:spPr bwMode="auto">
          <a:xfrm>
            <a:off x="1089025" y="838200"/>
            <a:ext cx="3506788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 descr="http://fishandboat.com/pafish/ameelllm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0391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7" descr="http://www.gov.mb.ca/conservation/sustain/images/burbot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8" r="50000" b="63362"/>
          <a:stretch>
            <a:fillRect/>
          </a:stretch>
        </p:blipFill>
        <p:spPr bwMode="auto">
          <a:xfrm>
            <a:off x="5256213" y="4038600"/>
            <a:ext cx="3506787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4" descr="http://boatingonthehudson.files.wordpress.com/2012/04/american-eel.jpg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110038"/>
            <a:ext cx="4899025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0000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8435" name="Picture 4" descr="Saug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05800" cy="386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15363" name="Picture 4" descr="Brown trou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8229600" cy="307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1507" name="Picture 7" descr="http://www.gov.mb.ca/conservation/sustain/images/burbot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8" r="50000" b="63362"/>
          <a:stretch>
            <a:fillRect/>
          </a:stretch>
        </p:blipFill>
        <p:spPr bwMode="auto">
          <a:xfrm>
            <a:off x="1089025" y="838200"/>
            <a:ext cx="3506788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7" descr="http://www.gov.mb.ca/conservation/sustain/images/burbot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8" r="50000" b="63362"/>
          <a:stretch>
            <a:fillRect/>
          </a:stretch>
        </p:blipFill>
        <p:spPr bwMode="auto">
          <a:xfrm>
            <a:off x="5256213" y="4038600"/>
            <a:ext cx="3506787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AutoShape 2" descr="data:image/jpeg;base64,/9j/4AAQSkZJRgABAQAAAQABAAD/2wBDAAkGBwgHBgkIBwgKCgkLDRYPDQwMDRsUFRAWIB0iIiAdHx8kKDQsJCYxJx8fLT0tMTU3Ojo6Iys/RD84QzQ5Ojf/2wBDAQoKCg0MDRoPDxo3JR8lNzc3Nzc3Nzc3Nzc3Nzc3Nzc3Nzc3Nzc3Nzc3Nzc3Nzc3Nzc3Nzc3Nzc3Nzc3Nzc3Nzf/wAARCAC3ARMDASIAAhEBAxEB/8QAHAAAAQUBAQEAAAAAAAAAAAAABAACAwUGAQcI/8QANxAAAgEDAwIFAgQFBAMBAQAAAQIDAAQRBRIhMUEGEyJRYTJxFCOBkQdCUqGxFWLB0TNy4RZD/8QAGQEAAwEBAQAAAAAAAAAAAAAAAAECAwQF/8QAJhEAAgICAgICAgIDAAAAAAAAAAECEQMhEjEEQRNRFCJCUmFxgf/aAAwDAQACEQMRAD8A9vIrmKdSoAbSruKWKAG4pYrtKgVDaWK6RXMGgDhHFQvvH0ip6ZIwHX2qkxNArOWQ5IyO1daRNyRBvUR0qNsSbmXjHGKhs2WadZiOibeexzVWSHJGFwBxT8GoTJiT2H+aX4gBcn9KLAl+9LFAR3Rkduc7WwQOxo4HIFMBYFNxT6rNa1E6XCty4BgU4k55A9xQIPpUJp+pW2oxLLbSK6MuQwPWjMU0wGkVw9adSp2FDG4FZ211eO31C7tbghZPNAjUtktkdhVhq+qxafGwljnJKna0SFs/rXmnh+8kufFF1d3qvLMvpjGBlR7kfaolKmkhpWeoT3aICBy2OlZufUpB5obK4PJPYU+6d2kSWM7ipzwc5BoDUWSQN5uFMiYINNsaRaaTcuLZdx53YGas7iVooc9Tisr4fuI7yJnE2WiO0ID/AHqx1i5a2tArZ8xz6RTUtCa2D3WoMMOXCseMUyx1RpZim4ZOetZfULt4QBICTkkgdqrodRa1u9+8levFYvJUjbho2eu6kiRAIoYjkms9NctNC7EqqNyNo5oS51KG4hlkDsu7pmqfz3VV5LZ469KieTZUIaI5VieUjLMSa7JCQAVkIUnkda5MuHLRjOOuKY+UG4nJPPFcumbDvKkbkOuPtSqATggcY+KVVTA+oaVKlXWcoqVKlQAq4RXaVADa4xwM0800igCLzATjvXJRnuR9qU4VQTjn4oB9RCTiIkbscfNMkU6SoMwQhufV7kUBp8iJqEsO1yX9a5446Gr/ADuA2mqjVYTBPDeIh3K2xgD13cZpiJrmUqDt9X/FC28r3KpKfSqMQRUnmAxmJACecg9R8/ag7O4jhheN3XhmDY4osKOGZLa4aINnzZOO5zVxJcCCEvJgBRzzWTslI1iASYOQ7pnPK54NFeKr02NqTPYvcWsgIdiMiM+/FFhRDfeIb62vLQxQ+fb3TbUZCCQ3tVd4w1eC5sLmGXzIMLtkDYBUnoce3zWM/wBD1CKyOs2d0I4SDLEz3BGMHoue9UUV/ql/aXMEOoZ8wguJWyWP3Pas3N9UVSPTfDXiTQ9I0mzWWU+cyBQpXBJ+M9vmthpOu2mqWxmt3HBwVyCR+1eVeEdLupNBvLvVPwsge3MVvNOw/LwSCOelXfgXTpNMtXxdwTmRNzOm4gAdMdq0TJaPSVkDdqf2qus5/NRBuB4BJrmr6ilhZyyOyqQh2bjjJqrFQ3W51hs5Cz7AVOG/6rxG6vohrT3kd5sQEB0XIeUdxxVjrF7PqsbT3erBB9SwbzgCszDfrol081qkU7SIVBcbtue/3rCU7kWlSPQtMms7eEXelLMIpTtMbseB2PNVXjvVtqxfhvrYBjg8cULbajc/6G07n/yHj0Yyw6YrKeJL+Z5yruiuw9QX+X7irch0arw9rkFjfRuWCGUZYnGCfirjW9WN8BNuLFHyoToB815AZM8hySOhrV6XqRj0xYvMDhlI6Y21HL0VFbLa9mM+8ujrxkHPJqqdxuTyycsuGBorW9QtTFbi1cswjG4/NUyXLuyxuuBz071nPfRomGuecBsZPSnxSjy8kcqO1RSSIEYEjeORUcU6ZP8AMfgVlTZaCnkAj3A4z2FND7EUsufiuw7XjYqOB1IpqRNKuCMZzTVDGeVAeS4BNKpvwI7nPyKVFoKPpulUYf2pwYE4rrOUdSpUqAFSpUqAFTWOBmnUjQALISx+nIrJ3t6Hv7hJGCzQnja45U9K190SsRKgE4xycCvCtRmey1p2aGQ3DSkMpyMHPT+9TKVCSN74O8QXDzfhb/eFaV0id/5sc4rn8QfEltbaZPZiR4rhgGiYDrg+9Zm6ubyK1fU7NlCwzBkjAywx1OMcd81nPFOqy65GLxUDDG44zkDvS5aHWzQeHfErRWsVu8ss9zNKdh3eoDHHXtTRqtwmsJFM8TLckIVGRtJNU38PrM6hetMshWW2jLoMAjPQCu+Jb95ry1N1aJDfQKUZgMeZgjtRehtbPUoMNqtss2MojFHHcADin6peXE0klvaXLxrjawNsT19ifisNpOsyQXlkWixIQVCHPXHU1Q+PLrUoL0XC6y8sjtkImY9uPYVTlomiTxzNo9rbHTNMuLuQxSbmWQZjBPXHzWLsdXu7N91vKEbJXJGeP1qCe7uHlZpGLO2SST1PvTLhYmhViCGK/UKxvYFzB4ivHtXswGneWUtgHHUe/wB62Ojan43nsUFvplutpD6A8h28f815Ta3JtLtJQCxQ5ABrd6b401VtOaGa4XYxzt2jP2rRUgWzeeG7zVYdSEOoyIxKglY1wFH60v4o6nCLaC2XaST6zuxge1UmieIReagLqRApAyQTngDoazHjnxGupXkkKIywLnbkd/8AqhSVFNAjNGQN0Ja3I43EnOKH1OxeC2tL14vJimJCduneo59RWO3SEOSWUY2kAChb26kuLGGOR3aOMnauc4zWN0x+i8vPEa3GiW9pPuaWIHoNoPsayt/Ks0jTkHeT75pyypGwLZfI6HnNBXLqznapQexrVbE+h4BBBHpP2qySby1KoQ2eciqqFhGQ5IPtzRSsGQsDz9qGgTCJZyqEEce9KG5PmI3ND3DAopzzjmowTtBHIpJDvZbq6MWyQCODk0RG8UUZcAZxx81TliZgrcHrXM5nVV3NxyKTiWpGitp5Gjdzjy+u0UTHPGlu7ucfHvVTbMyJtyAPap2L7WG0MpQ1DiaJhyahHsH1UqBt2/JTp09qVLiFn04Jt5GAAPvRCAAZ7151p3i+K6uyBvQ7eM+9bWHUY5rRZN65I4wetdCZzFjvANPqot78STGMjGCME96s8knjmnYElKuE8UxXG7GetMCSuMcDmkCDQ+oOEtJCzbRt+r2pNgU+s6zHbW9wLlXMHK+bGM7fvXkM08Fxr8LXBmaV3G5GOC3PBU9uK1NnPcXN5qvnXckDqMq0Y3Iw+3fNYnxRq984hXUNLMCo4xdIhQn9emaxbch9G6g1SHRNQ1K2lRn3IDHLtDBMjGDWJ1mx/wBIvx+LMDW1yh2TQvuj3d+nSjtB8YJfhdJmtGuYZXUM4TdIABjAH/NA+LtJsbeHy7dLy2uo3LeXcr6SvYqRTTAD8Hau9lqdvHHOsSTN5bFlyMdqs/HNokGtxCK6MsUiNIRkMVOOaxdu3lkTbN218snSrq+lh/C2l+wklhYNDiTnYxHUGqG9Ghh1bTtRn02DMsM4yhuF442ngdqy3iVrxbx1uJnnMbEKZOu2rfTrqO01CwV1trh3kU4QkY4PU9B24o7xWttcSmfzoZDgArG2cGs8kqQJWYCWeAr64m3gUG4BUYYnjODV3PZxzRO0UeSOM7utVVwkucbQpXilBp9CaA9pyCOCOc0RFPMJCQwyedxp5jxGCQcmon/L9HpOe9aX6JpoubC9kTzU3ZzGRkd/iq25lMkh3NkAZ5qKCQq+NxA+KZcsfLJbJboTQolcrQrSL8XPsQEjqwHtVlflAFWMqsajAUGg9FSRI7iYblAXGMfV+tJkYCTz02dxk1Ety/0HohJw2QMDPahZgpcncTnsaezHOFOKhwx6/vWqVEs5naOlSwTDaVVTmoCcE0kco4wcVVCDPU4wOaQdlBTOO1RqG2lugprMMZxlvmpGErK24E8kcZqaKX83OwHjtQYfao9uuBUsUmDnvTaLTLi3Qowd246irCBfMfIzyD+lUSSPOyrhiQeBitJartVcnGR0rGejaLs7HAFQAEYpVzB7H+9Ko/6UHWV+9tEy28gaSXruPIrU+HdcvyD+NKyJEpCK/pJrzs3JjRZUByDznkGirbV7g3OTJ6GGCtbGBvrfxU0ks0hysiNuRP6hW/0LXoZtMWa4ba+MnnNeDte7Vcq4OTxg8/atf4YubNrHzJ7hEyM+UT0PvQmFHrllqC3SswBA96VzIqLvZtncGvN7bxa1pI7uY5I8hQE7GqPX/HF5czbbeYCH+nHQ0Ww4nrD65axxF5ZVUL1bPFY+7/iTayar/p3kvJbt6fPiYZ3frxivPP8A9JIIJ7eZt8cq8/BrP3F75b5VRyQ3/wApXuhUavXtR/Aap+M04bSTkiNihyPdelZ/VPEl1qVsYJpZmXJb1rwD78VLf6xFqVjsNskT7gSIx7DH6VX3t2btBFAuwhcOoXAI+ay9jL/w9q8eg2cd1AUZm+oom1pO+N1P8XeMIvESxyLZJFIq46ksPfmsiHiijUBNze69K48UrIZE+nGeT0rRNEsc8xIJY+3pHep4xc3Sx2doHnQ5l8ofyEDn+1AgjcuDziupePBKskMjRyBiNy8cYrRdhZodMhUQROFXIk2n1epic4wKgvd9vvZULknksMFTnoarrS6IYNlvNU5Dex96nW4kO8tISW/rrnyq5FJoGN46QtHnywW3GlJcQmHl2ZyOBinPAJM+ZtAHfNDrbM6NtAGznOetNKIXREBGylyxDdgTXPJGDJIQTn3qMyR42kY+c1xSRnDHn4rSmS2EQkefGqqOTjih5cRnEoJXPI7mlGJVlXYDnP2qOVDK5UnDZ5JNWkvYg2/1ceWiW+CoUce1ACeSfLOSTTmgtUjGNzv/ADGrGNIbeEFVyStR+sVpFU2VLh+Mj9ahycnrVuALhGOO3TGOarjFg4bKt7VSdkyjRF9WAKa3pOMCpo1IIyODXL2Pa425HHNUuxUF2Vu11ExJYKqknA6VCkIw27qPmrPQonW1vnXpJBtH70Klu0b7XJz1zU3stR0iBl/KxjJB701XJwuAABjIqymt1yVU8Yz75oD8JJuJORg8Z71UWmDTQfpshXayEbj71fRFldXZA3Tg1nbRBmPbk4Jyc1bi5C4L/VnAyaymmaQeggxCQlypBJ6ClR8EelGJTNdTJIRllC5ANKs6ZdmU/EELhice1SiQHDLjGPegogHXI5A4qZVwmRjNbMxRM8+4Yxt78URFqU8UZjVvSRjpVd9TdRXI27c00hNllDOXJGSfcZrucsCpKtQaOFPpJFSiQk9M/NA0yR5GDhZDtJ7gcUO6Ychsn2NTogff5gyNvBqCVWXAxx0BqbFQ6OYhHQRjc3BJ9qgUsrMVBBx1pjymNcnkinQ+ZKhAGExk7eKOPsVnYboqpRhkdR2Gah80SF/yznqMHgU2cFHGSm09xRen2s86flwloweWHf8AWhpJWC2DcbMqDxTHJZQTgDIqwuI7iGKZdqrCVAIGPeoBaho4XZwAxGeenOKrloKIhLsODjDDqDTZto5RyfajF03dFK25iyuAiheCM9aLitbNELyoysAOxOahziNRKUXUiSbtx3Y5zXDcsRgEj25q8a2s5DmVXDYG1QvWgLyyQbmiHPHpFEZxfoHH/IESxySoNJI55pMRoT/61YR2744Xn5FXnhzw/c6lfQwokkUTk+ZPsO1VUZY5+BVOSHGFsh8O+EdT1qYLa58tSN8rj0p8fJ+BW6tv4b6bbRM80E13KoJd5CVX9h/yTVdrvj6106EaToy/h7KD0+g+qT5Y/PWgNK8bKXKfinRZCN3rOD965J5clXFaOuGKH8uwzUfCNmd6xWMajPOzcD/mqyXwk1xuFqJI1UYy+CDW2stbhuUVSqSjIOQcGrZ9R0mOMbI5N5b6Cy/5rKHmS6kaS8ePpHnVt4GnwFNyi+5KHNGDwBaFvNnuJpT7KoUf81qf9RjB5VASOMUFfasFJ2zBQBxwKzl5r9I0j4sfZQv4S0syKiQHA/maU1V6zotrbyrFHZQySdsscn+9W0WptJIYklJOfVz1oDXLrVNNt577T3RI9yIXEYZudx5JHA4/XNPD5WSWTiVPxcahZSrHHYxyJIqxB+CqEnH2yarpbq0bCibHXllxQd3dXTWvnSTREyPsYKg3gAAgnjoef2NRWNvd6k7iOFpsYzsTp7dP1r0vVyOFpOXGJe26KVDAgnGAevFNlQ7+hOOnzQ1nZ3WnX8dtcRSRrKpYI4wRx1xVm6OJsIMkn2zis3JLaBpx00ACDa42qBz0qQxrJxIVG0+9F3FncOAqRMST9WKDbSNUI3fh/wBDR8kX2zNtrpFg7KWygj29uaVCJp9+EAMYB9twpUua/sFv6KVVSGLBbBPsetIuqjrj9asR4fIJJywz2yaKsdCjZgDCxPsRXRRjbKMSoj7kJPwafbRz3D7beFnJ4yK0s3htkIfCRj2K0boejzLclwVZM9jinQFLYeG9Rujh42X2ArS2fgPU1HoMQBH85zWvsLOaJ0IKBfnmtDGC0eCwP/rTcUwPOF8F6iiyhpoxlcYUE1Q3/hvVoC5eBioOASRz9q9O1LcELIJCQegDVg/EBvGfKR3JyfpXfUcYr0PkzKzaTcswVlCN8nrUMkElmJIrmNlkXgq2RiiJIrxZN0tvcqQcgtniop5ppneSUSMx7tk0MBloYpIyyqAQcfTVnC8aREtJjHAXGM1X2M6xFlMZPHapmC3HLRyKcf1Vm4J9saOSTRlmDOCO4xxUM11yE/8A5/bNQSQpvIO84+aYYl2ZRW496ahFCaZK+osmQjOF+OKaurxlW3h2z0y3Supbgxu20dO4osxRJbRjyY/UPq281XGIlFgv48SDcSQo7Z5ppvjgFCAPtXJVUHgAfFRkKR0FCr6HTCLa/Y3caSOQHYKSOwJr2vx1bCGygi053iSOPYkUXtjHasR/CvwZB4jupr/UgfwFoQNnTzn64J9gOv3Fabxh4pks7x7WwfaE9O5RjBrLJt6O7w4bbZ5Zq/ha/WN7tLe4SPPPmxkDJ+TWbNvMkqo0bK5OBkV7FrWr6hd+GBDHY3IQkFpTGcP7kk9TXnaSuTnaRg9x0rWE3VCzYFdoLs4dUskXytxUdaKk1HVUIMiAZHB3cigEvZiQvmvyemetEhY5HDz53DoVNZvDydujJTnDVg8+r6sxAWGUErjgZyfegJb3VXbDLIp6YINX28orHaSir6JEP+faqm9lmZI2QgMCOc9aSgk64illm92dsk1ZZmkThl+pW61ZfjNaWbEakEjBAbg/fPBoOG+lRTjG89TntSmu7kxkIQD25qJRXK6Q/mnFUmdnivEbzRp0LHjO3Bz9xnHbPSjbTX9at7cQ2VjbWgP8+0D35/vUAmK2SlcNMT6s09ZyI1OwF/iodyW1YRz5E9MP0yF1ea8vZjcXcgwXboo9hT3vmiGYwAT39qqjezhXxHjA4Gai/GHylDx+o8ZFNY2+w5OXZcf6lJtGGJPenm7nZGYs22qp7m3jt1MaMZS2DkUy81aT8OsccBwOpI61lLE29IzkqLQXGR6sE/8AtSrM/wCo3A6QnFKq/HYrNRNqfksUExDAcekVXQ65eRzlzP3/AKKi1AM9x5gKjco7UEikSON/bsK77Jo2MWtzvCC7OwYZX8sf812w1MC8DeUWLchWwB/ms2YHNsjkSHHfOKfp9oZNQjGzIP8AU2BRbCj0hNXlVo1/D2689fMzWlguJHiLFYwMc4NZSLTMwoV8ldoByozWtstPieAZbOR7YothoDuLwofTGWHwTVPqfiCOCNmktJWC9ckD/Jq1v/D8crKfMfAOdq5qg17wobwP5Eew/wArYFFsWjPatrH462Z44CpPHMucftWQmnm9SlyAe2a3LeHZ7axeO5uicD6QxwKxVzahZ3XOcd6iT2NA9sGLtukVeKKjgGNyzluOQEPFR6eu65aPAzt6kdatYGe3t0cqpJDDHPNFBZn2LLMVyep68VEvmEMCf71NfMzXLu2AW59NQ2+TIMjIxzVJCstLdGaBgWPMYY4NQys6W0PqzwaIguv/ABbDhjFtY0IwLx4J+kmkx2DSO7HORXIw7yKgIyxAGfen7QBg0zdh8UrGfSVlZR6XokGiaGoBVArP8n6nY/JzSt/DOlaKPxE0az3H1NNMM4PwD0/zVV4O1uK38F6TPcyl5pgVkc9SQxUZ+wAFHXi3PiqUwwO0GnR/+SYdZD7L/wB1y3vfZ6MbUVWomG8dahNq2oCCx8yULnCx5bd+grEvDcWkzLcW7q4PR1OQa9n1KTS/DunSwWsaxMy43D63PyetebajomoSobuZBbxP6led9pYfA6/2rfHL0VKPJaMy0Zhlad4XVGP1EdKm3qwytXEg06PS5IZDJcXL4/MBIVB9v+6ysM4SRkznBxWxzSjS2WsUpjJ9u4qO6slaEy2+cDkoe32qOOUEdqOtXIxVumqZg1XRRqTk9OR2prSYIG4CjNSs3s3MqANCx4P9PxVQ8o3nj+1ZcWJtUHQybn27uPtUvmHOM0DE4yMAUmkwx4qHGxJotIzuU+9RsOD8VBBMMYpPLjNTxZaonySgBpzepMUMJRjFOElDixk20Uqi3/NKjiLRfJpd3IQptZW4/pxiprfwpqVw5ZI1UdPVV9b6/qkz/lWkZUdcAirOxutSlw0gVfZQK6aRhbKdfClxFabZCXfGcDgVDpmgSC8jEyHr79PmvQLe2dYFklfcx65apIIS8oLbTzwFXkUcUFslt9NiFuq8AjjIWrq3iWKJQpzx1plvGQmCP3ol1Aj4IpUALcuAQAMn4odoGk7AA+9TEbpOBxRMSgYNOgMt4is1WzlZmfhf0ry4WBkcyiPKbjkt1Fe169bedYygLuJU8DrXmV5bPBa5lhMYzwoXn9c1LQWYNsQ6m6qSMHAOau7WNZLc792SeO/NVty0Ump78KPgJV1b82wZVOfmkhmX1YIsvDZP2oa1JEnpBNF6nGWlYuGDA9KZp6Yky8fHbJxTA7BGxl4PC9T7VOkWd4Zhntk01UH4hsAbevxR6QkoxAU+xpNAU0o2sR7e1Dn6+KMuHfeRwh7j3oNySeMf4qR2bX+HuqRXFzD4f1Fm/Dz3CtA4/kc9V+xx+h+9eq6p4s0/Sbr8CgChFAVVGAvxXzxZX01jfW13EfXbyrKoz3BB/wCK3+tSRapq9tqEDE2t8EdcdVBIDKfkcisckUnZ6Hiv5I8ZejbaDZHWruXX9YXFnGSbeNujkd/sP7msX488Rf6nqTiI/lR+kfNa3xv4mh03Gm264UJgBeAo9q8Y1e+3OyqfU5oxq3ZtKXBcpHLzU8AxxnJ/sKq4pWWTD8Enqa9H8N/w/h1Pw7FqBYyTzZKRI3BGCf34J/asprWiNYytG6HA7nqPvW0csW+Jw5Izf7EdqCCPUuPjmra2AQ55OfeqvRi0btDLg45U46ir1QCvB59q0I9WSgK+UdQynjBqmv8AQDzJZ+oE/Qeo+1WdtOrRpuBBPQ/NFDcvXke4quzNoxb28kLmOQFGHZhiodjA8nNbe4tob2PbMM+xHBFUV5oVxESYPzU+Dz+1S0KistldpFWNS7E4CgZJpxlQttYIWzg+qn3LNp1tjBW4lHfqi/8AZ/xVGSSamK5FyXFKy5BXstSjpiqqzn2EI30k8VaKeKUlQR2d2ilS30qkej121iLPhYlY9yBxR1vD+Z62wAemP+qMjt2Q5cuQP9oVf7VJEoLekfstbmAXCiiMADPxip4x/Sf0FcgRQPVkn2NGRAE52jjvRQEsOUAz0NSMSRx+5NMDHBzTXfI/6oERtkHOQPipFYcEmog2T0rpJx0/vTAZegyxFVXn74rJaxbTS28qyQ+odMnNaxvUOhz96Bvo45Ld0ZipAJyDj+9FAeM3Fsy6i3oYBe+KOtdpiZuD/tJ6VJqNq8moSLncgOQVmBFcjWRPS8bRRjkNwcmpSHZTavBHt8zDJ/uJzk+1Q2dq28Fnj4HQEVc3mn3EsbO06yDbnaeVP/2q21CIoV9meV28ZzToZHbxBbh1fYQeRxRtucFjJ9OOD2zQAUK/oJCk8sq5xVparliVLq2PSMZLfpRQmUupQvKWm8yNlU44cZNVU0TR5I2lR3BrVanDDu8ueI2xb6t+FDVWz6bp+/b5vJHCxPn/ACKngFmfJyRwea138P5muLx9KmOUkBktyR9MqjPH3Ax+1UM+nmKQmNXKDoZDijtLTyXWQ3LRbWDK0T7Sp7Hmplj5Jo0xZHCakbT+JcMcklreKvrmTJ4rzO8h3sSO1ep+INUt7/wxazTNvk2+W7lQDuHf9RXnkpjYEIDjNYYrjpno52ppP7ND4E8V3GiMtnPKwhPAIPT4r0XW7PR/FFi9xb7IbtRlkGBuHxXipQHnpVvpOtT2DKrsXjUgjJ6VnlxtNygTjlHqR2/0a4sLhyikqhwfgVyKYBOuCOvxWpstZhu87wJmcdGxjrznv0zXdQ0XTdQ3NayrC5/kJ2kfFGPyVpSKn497iZmDBSMHrjJoyMMn0nI9jU0vh3UYnYp5cijvuA/5rv4CaEA3MsUXwXyf2FdKzwXs5ngydJDV2t2Kn/NMvblLK3aac42/SP6jQ97qdrZRMd4kcdM/9VjdV1ObUJi0hOOw7UfJ8mo9fY/jWH9p9/RBf3T3dw8shJZjnNQiNmcKAST0FHaZYi5u44ZJFjdz6QwJ7Zya2enaTaWGDGm+bvK/J/8AlaLSpHO25O2ZWLSLm3jEk0RDHouOn3pwBC4PX2rb4B4OCPtQN5plvcZYpsf3WpaGZTPxSq4bQptx2uCvalRQHuSwOi9Bn5bNcTLEjn9BijiwAwe3tUWMn4PxWtGAoUYcngUWGCjk0KAB1pxkyO9OhExl9g1NLk8Nj7VBk9QpHzTDIwGFGPmnQWE71A5zUbMTyMD5JodpPfe3zioWdc4ByfagLC2ZiMY3fpQk0mFcORt7571wyOxxgj7Gg7iQF9kY3P8AC9KAMTqlp5d27pDGoZsrgEZ/ShYIJDIomAOTkL5nT9KvtadGuAs7bWC4JPIFAW9qkblo1j3AcYPqP60qAivoSIE8x1TA42k7h+gqsVPzmZplOe/lHP71cOscczIihBg7t/OKBuLgopE8JYDGGj5zToEyqMBNwy+eCAc4A7UUJGjKxxlVJwASakLQyq5SILvGNzDGKijgRG3qHIHZEyKVDssruKHaqzFGboDLFurP6zpOX8305AA2qpQEfc1p0lQQDzGfdj6VPIrv4a3voHzGVPQORzVVYrMUdJ1IxAJDmE9NrKTirGCKSEiHCoFAzsiBb9aln0x45C8d2ZgvbdtP24oiwsAR50hmV/bzCc/ekojssLdI5rfypiZV/wB64H7VwaHp743WUQB7gsD/AGNSLuGUhCoD3YVPGRHF+ZIrEe1VxXsXNror5vDmnmM7EkRh7SnB/eqO4060gjbcJ0fkLuIxn71rZJU8sbiAp+aodQVJGZHQOvU5zmpcF9DU5fZTWkawuGclS3QLJzRUt3dxqPzA4J6N1H611YNmDBBGG7FmNTyF0O64Xn+pcEftWUsEJ9o2hnyQ6ZXTaxe4IEDlvjBqsvdT1CT0skq59weavDHBcklZCGFQOjxYDcr2PasvghDdG/5M565GVlErsTNnPyaUZKHhcn3I6VqHijlH5iK33FcgtbeF9yRLn3POKvkZcG3tkHhzT3/EC8uAVC52Z6sT3rUA571WxyHgZouN896aDiEhtv8AikpPU9KYjAnHenduDxTCmP3j4pVHz7UqAPXi69AMVEXySFJpUq1OYax5yST8VG0rD6Rg0qVAhjSuQd5z9qaZTjkDGO9KlQBE9zkhUyeOnQUhJJk52KAOlKlVUBFIy8mQN+hoCW4BBEWVB4zSpUgK68jyu9s7884PWhF3bt8YOAcYOKVKmAHfTxXO4xx5JIDsTjv2qNJAU8vaOOBSpUARsrsy7VOPkiuNbyOQzS7FyMqCeaVKgA1RGkm2JdrY6DvSunkeEBZDGM8lOtKlTQgEutuCheUiTkljmp0eRQFIUJ9yTSpUwJCQzAhcgUsIRuCpx75NKlQAPdMrpyoyOmOKDknWaHOSrD4pUqTGCSSOGABwMdq6C7fS+M9jzSpUhogME59KvHgnkFamMQRMSEMMYwBSpU6VhYNND5ah4zlO49qjU55pUq5siSejrxu1smQ96JjfHalSqUy2Tq2eemOtTgkNjFKlTsmjufilSpUxH//Z"/>
          <p:cNvSpPr>
            <a:spLocks noChangeAspect="1" noChangeArrowheads="1"/>
          </p:cNvSpPr>
          <p:nvPr/>
        </p:nvSpPr>
        <p:spPr bwMode="auto">
          <a:xfrm>
            <a:off x="76200" y="-19367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CA" altLang="en-US" sz="2400"/>
          </a:p>
        </p:txBody>
      </p:sp>
      <p:pic>
        <p:nvPicPr>
          <p:cNvPr id="21510" name="Picture 4" descr="http://upload.wikimedia.org/wikipedia/commons/thumb/4/41/Sea_Lamprey_fish.jpg/220px-Sea_Lamprey_fish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663" y="2362200"/>
            <a:ext cx="42164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6" descr="http://greatlakesmapping.org/sites/default/files/stressors/pictures/SeaLamprey_T-Lawrence_GLFC_1.jpg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2133600"/>
            <a:ext cx="3984625" cy="300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8" descr="http://www.seagrant.sunysb.edu/OLI/sea_lamprey%20lg.jpg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742950"/>
            <a:ext cx="9151938" cy="176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0000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368"/>
          <a:stretch/>
        </p:blipFill>
        <p:spPr>
          <a:xfrm>
            <a:off x="3581400" y="3729692"/>
            <a:ext cx="5554981" cy="2453303"/>
          </a:xfrm>
          <a:prstGeom prst="rect">
            <a:avLst/>
          </a:prstGeom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4192"/>
            <a:ext cx="6411769" cy="3179607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47" t="13910" b="69314"/>
          <a:stretch/>
        </p:blipFill>
        <p:spPr>
          <a:xfrm>
            <a:off x="4648200" y="692210"/>
            <a:ext cx="1763569" cy="53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721397"/>
      </p:ext>
    </p:extLst>
  </p:cSld>
  <p:clrMapOvr>
    <a:masterClrMapping/>
  </p:clrMapOvr>
  <p:transition advTm="20000"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3795" name="Picture 4" descr="SM Ba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8382000" cy="408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2531" name="Picture 4" descr="Car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76400"/>
            <a:ext cx="8382000" cy="408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3555" name="Picture 5" descr="Cisc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830580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8675" name="Picture 4" descr="N Pik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382000" cy="306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5843" name="Picture 4" descr="http://www.dnr.state.oh.us/Portals/9/Images/fishing/fish/male%20bluegill%20sunfish2%20from%20Hoover%20Reservoir%2027May09%20by%20BZ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798888"/>
            <a:ext cx="4868863" cy="304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6" descr="http://kdwpt.state.ks.us/var/news/storage/images/fishing/fishing_image_gallery/bluegill/9882-2-eng-US/bluegill_imagelarge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4400"/>
            <a:ext cx="5359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20000"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667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2" r="55114" b="8707"/>
          <a:stretch/>
        </p:blipFill>
        <p:spPr>
          <a:xfrm>
            <a:off x="2520429" y="4038600"/>
            <a:ext cx="6696595" cy="2133600"/>
          </a:xfrm>
          <a:prstGeom prst="rect">
            <a:avLst/>
          </a:prstGeom>
        </p:spPr>
      </p:pic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8312152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273151"/>
      </p:ext>
    </p:extLst>
  </p:cSld>
  <p:clrMapOvr>
    <a:masterClrMapping/>
  </p:clrMapOvr>
  <p:transition advTm="20000"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4579" name="Picture 3" descr="Catfis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8382000" cy="298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6627" name="Picture 4" descr="Per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209800"/>
            <a:ext cx="82296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1747" name="Picture 4" descr="Rock Ba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8305800" cy="468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5603" name="Picture 4" descr="LM Ba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05000"/>
            <a:ext cx="8458200" cy="3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0723" name="Picture 4" descr="Rainbow Smel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828800"/>
            <a:ext cx="8382000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32771" name="Picture 4" descr="Musk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2296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7651" name="Picture 6" descr="Bullhe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8305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609600"/>
          </a:xfrm>
        </p:spPr>
        <p:txBody>
          <a:bodyPr/>
          <a:lstStyle/>
          <a:p>
            <a:r>
              <a:rPr lang="en-CA" altLang="en-US" sz="3200" dirty="0">
                <a:latin typeface="Arial" panose="020B0604020202020204" pitchFamily="34" charset="0"/>
              </a:rPr>
              <a:t>__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pic>
        <p:nvPicPr>
          <p:cNvPr id="29699" name="Picture 4" descr="Gar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153400" cy="379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0000">
    <p:dissolve/>
  </p:transition>
</p:sld>
</file>

<file path=ppt/theme/theme1.xml><?xml version="1.0" encoding="utf-8"?>
<a:theme xmlns:a="http://schemas.openxmlformats.org/drawingml/2006/main" name="Blank Presentation">
  <a:themeElements>
    <a:clrScheme name="Blank Presentation.po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Blank Presentation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444</TotalTime>
  <Words>126</Words>
  <Application>Microsoft Office PowerPoint</Application>
  <PresentationFormat>On-screen Show (4:3)</PresentationFormat>
  <Paragraphs>90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Times New Roman</vt:lpstr>
      <vt:lpstr>Blank Presentation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  <vt:lpstr>__</vt:lpstr>
    </vt:vector>
  </TitlesOfParts>
  <Company>Algonquin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Brook Trout</dc:title>
  <dc:creator>Perth</dc:creator>
  <cp:lastModifiedBy>Nadja Morin</cp:lastModifiedBy>
  <cp:revision>57</cp:revision>
  <dcterms:created xsi:type="dcterms:W3CDTF">2000-09-07T13:46:21Z</dcterms:created>
  <dcterms:modified xsi:type="dcterms:W3CDTF">2025-09-09T19:21:43Z</dcterms:modified>
</cp:coreProperties>
</file>